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7"/>
  </p:notesMasterIdLst>
  <p:handoutMasterIdLst>
    <p:handoutMasterId r:id="rId8"/>
  </p:handoutMasterIdLst>
  <p:sldIdLst>
    <p:sldId id="260" r:id="rId5"/>
    <p:sldId id="259" r:id="rId6"/>
  </p:sldIdLst>
  <p:sldSz cx="10058400" cy="7772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5324" autoAdjust="0"/>
  </p:normalViewPr>
  <p:slideViewPr>
    <p:cSldViewPr snapToGrid="0">
      <p:cViewPr>
        <p:scale>
          <a:sx n="75" d="100"/>
          <a:sy n="75" d="100"/>
        </p:scale>
        <p:origin x="1478" y="120"/>
      </p:cViewPr>
      <p:guideLst/>
    </p:cSldViewPr>
  </p:slideViewPr>
  <p:notesTextViewPr>
    <p:cViewPr>
      <p:scale>
        <a:sx n="3" d="2"/>
        <a:sy n="3" d="2"/>
      </p:scale>
      <p:origin x="0" y="0"/>
    </p:cViewPr>
  </p:notesTextViewPr>
  <p:notesViewPr>
    <p:cSldViewPr snapToGrid="0">
      <p:cViewPr varScale="1">
        <p:scale>
          <a:sx n="65" d="100"/>
          <a:sy n="65" d="100"/>
        </p:scale>
        <p:origin x="2796"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D6FE3C-34D8-4B4B-9273-D907B0A3B964}" type="datetimeFigureOut">
              <a:rPr lang="en-US"/>
              <a:t>5/22/2019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69A89D-734B-4FAD-B6E7-2B864E72E489}" type="slidenum">
              <a:rPr/>
              <a:t>‹#›</a:t>
            </a:fld>
            <a:endParaRPr/>
          </a:p>
        </p:txBody>
      </p:sp>
    </p:spTree>
    <p:extLst>
      <p:ext uri="{BB962C8B-B14F-4D97-AF65-F5344CB8AC3E}">
        <p14:creationId xmlns:p14="http://schemas.microsoft.com/office/powerpoint/2010/main" val="29192036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0FF5F4-5691-49AF-9E16-FB22826F7264}" type="datetimeFigureOut">
              <a:rPr lang="en-US"/>
              <a:t>5/22/2019</a:t>
            </a:fld>
            <a:endParaRPr/>
          </a:p>
        </p:txBody>
      </p:sp>
      <p:sp>
        <p:nvSpPr>
          <p:cNvPr id="4" name="Slide Image Placeholder 3"/>
          <p:cNvSpPr>
            <a:spLocks noGrp="1" noRot="1" noChangeAspect="1"/>
          </p:cNvSpPr>
          <p:nvPr>
            <p:ph type="sldImg" idx="2"/>
          </p:nvPr>
        </p:nvSpPr>
        <p:spPr>
          <a:xfrm>
            <a:off x="1431925" y="1143000"/>
            <a:ext cx="399415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2A89D7-7603-4ECB-ADF6-F6CF2BE4F401}" type="slidenum">
              <a:rPr/>
              <a:t>‹#›</a:t>
            </a:fld>
            <a:endParaRPr/>
          </a:p>
        </p:txBody>
      </p:sp>
    </p:spTree>
    <p:extLst>
      <p:ext uri="{BB962C8B-B14F-4D97-AF65-F5344CB8AC3E}">
        <p14:creationId xmlns:p14="http://schemas.microsoft.com/office/powerpoint/2010/main" val="2925848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To change this brochure, replace our sample content with your own. Or, if you'd rather start from a clean slate, press the New Slide button on the Home tab to insert a new page. </a:t>
            </a:r>
            <a:r>
              <a:rPr lang="en-US" dirty="0"/>
              <a:t>Now enter your text and pictures in the empty placeholders. To change the logo to your own, select  the picture “replace with LOGO” and choose Change Picture on the Picture Tools Format tab.</a:t>
            </a:r>
          </a:p>
          <a:p>
            <a:endParaRPr lang="en-US" dirty="0" smtClean="0"/>
          </a:p>
          <a:p>
            <a:r>
              <a:rPr lang="en-US" dirty="0" smtClean="0"/>
              <a:t>And </a:t>
            </a:r>
            <a:r>
              <a:rPr lang="en-US" dirty="0"/>
              <a:t>did you notice we made fold marks for you? They are really light, but if you don’t like them showing on your brochure, select and delete them before you print.</a:t>
            </a:r>
          </a:p>
        </p:txBody>
      </p:sp>
      <p:sp>
        <p:nvSpPr>
          <p:cNvPr id="4" name="Slide Number Placeholder 3"/>
          <p:cNvSpPr>
            <a:spLocks noGrp="1"/>
          </p:cNvSpPr>
          <p:nvPr>
            <p:ph type="sldNum" sz="quarter" idx="10"/>
          </p:nvPr>
        </p:nvSpPr>
        <p:spPr/>
        <p:txBody>
          <a:bodyPr/>
          <a:lstStyle/>
          <a:p>
            <a:fld id="{952A89D7-7603-4ECB-ADF6-F6CF2BE4F401}" type="slidenum">
              <a:rPr lang="en-US" smtClean="0"/>
              <a:pPr/>
              <a:t>1</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820910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To change this brochure, replace our sample content with your own. Or, if you'd rather start from a clean slate, press the New Slide button on the Home tab to insert a new page. Now enter your text and pictures in the empty placeholders. To change the logo to your own, select  the picture “replace with LOGO” and choose Change Picture on the Picture Tools Format tab.</a:t>
            </a:r>
          </a:p>
          <a:p>
            <a:endParaRPr lang="en-US" dirty="0" smtClean="0"/>
          </a:p>
          <a:p>
            <a:r>
              <a:rPr lang="en-US" dirty="0"/>
              <a:t>And did you notice we made fold marks for you? They are really light, but if you don’t like them showing on your brochure, select and delete them before you print.</a:t>
            </a:r>
          </a:p>
        </p:txBody>
      </p:sp>
      <p:sp>
        <p:nvSpPr>
          <p:cNvPr id="4" name="Slide Number Placeholder 3"/>
          <p:cNvSpPr>
            <a:spLocks noGrp="1"/>
          </p:cNvSpPr>
          <p:nvPr>
            <p:ph type="sldNum" sz="quarter" idx="10"/>
          </p:nvPr>
        </p:nvSpPr>
        <p:spPr/>
        <p:txBody>
          <a:bodyPr/>
          <a:lstStyle/>
          <a:p>
            <a:fld id="{952A89D7-7603-4ECB-ADF6-F6CF2BE4F401}" type="slidenum">
              <a:rPr lang="en-US" smtClean="0"/>
              <a:pPr/>
              <a:t>2</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750841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utside Page">
    <p:spTree>
      <p:nvGrpSpPr>
        <p:cNvPr id="1" name=""/>
        <p:cNvGrpSpPr/>
        <p:nvPr/>
      </p:nvGrpSpPr>
      <p:grpSpPr>
        <a:xfrm>
          <a:off x="0" y="0"/>
          <a:ext cx="0" cy="0"/>
          <a:chOff x="0" y="0"/>
          <a:chExt cx="0" cy="0"/>
        </a:xfrm>
      </p:grpSpPr>
      <p:sp>
        <p:nvSpPr>
          <p:cNvPr id="11" name="Rectangle 10"/>
          <p:cNvSpPr/>
          <p:nvPr userDrawn="1"/>
        </p:nvSpPr>
        <p:spPr>
          <a:xfrm>
            <a:off x="442027" y="3040910"/>
            <a:ext cx="2424223" cy="99669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23" name="Text Placeholder 21"/>
          <p:cNvSpPr>
            <a:spLocks noGrp="1"/>
          </p:cNvSpPr>
          <p:nvPr>
            <p:ph type="body" sz="quarter" idx="14" hasCustomPrompt="1"/>
          </p:nvPr>
        </p:nvSpPr>
        <p:spPr>
          <a:xfrm rot="16200000">
            <a:off x="2282453" y="5905510"/>
            <a:ext cx="2471737" cy="347642"/>
          </a:xfrm>
        </p:spPr>
        <p:txBody>
          <a:bodyPr lIns="0" tIns="0" rIns="0" bIns="0" anchor="b">
            <a:noAutofit/>
          </a:bodyPr>
          <a:lstStyle>
            <a:lvl1pPr marL="0" indent="0" algn="l">
              <a:lnSpc>
                <a:spcPct val="85000"/>
              </a:lnSpc>
              <a:spcBef>
                <a:spcPts val="0"/>
              </a:spcBef>
              <a:buNone/>
              <a:defRPr sz="900">
                <a:solidFill>
                  <a:schemeClr val="accent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Company N</a:t>
            </a:r>
            <a:r>
              <a:rPr dirty="0" smtClean="0"/>
              <a:t>ame</a:t>
            </a:r>
            <a:endParaRPr dirty="0"/>
          </a:p>
        </p:txBody>
      </p:sp>
      <p:sp>
        <p:nvSpPr>
          <p:cNvPr id="24" name="Text Placeholder 21"/>
          <p:cNvSpPr>
            <a:spLocks noGrp="1"/>
          </p:cNvSpPr>
          <p:nvPr>
            <p:ph type="body" sz="quarter" idx="15" hasCustomPrompt="1"/>
          </p:nvPr>
        </p:nvSpPr>
        <p:spPr>
          <a:xfrm rot="16200000">
            <a:off x="2662318" y="5875952"/>
            <a:ext cx="2471738" cy="406757"/>
          </a:xfrm>
        </p:spPr>
        <p:txBody>
          <a:bodyPr lIns="0" tIns="0" rIns="0" bIns="0" anchor="t">
            <a:noAutofit/>
          </a:bodyPr>
          <a:lstStyle>
            <a:lvl1pPr marL="0" indent="0" algn="l">
              <a:lnSpc>
                <a:spcPct val="120000"/>
              </a:lnSpc>
              <a:spcBef>
                <a:spcPts val="0"/>
              </a:spcBef>
              <a:buNone/>
              <a:defRPr sz="900">
                <a:solidFill>
                  <a:schemeClr val="accent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B</a:t>
            </a:r>
            <a:r>
              <a:rPr dirty="0" smtClean="0"/>
              <a:t>usiness </a:t>
            </a:r>
            <a:r>
              <a:rPr lang="en-US" dirty="0" smtClean="0"/>
              <a:t>A</a:t>
            </a:r>
            <a:r>
              <a:rPr dirty="0" smtClean="0"/>
              <a:t>ddress</a:t>
            </a:r>
            <a:endParaRPr dirty="0"/>
          </a:p>
        </p:txBody>
      </p:sp>
      <p:sp>
        <p:nvSpPr>
          <p:cNvPr id="28" name="Text Placeholder 21"/>
          <p:cNvSpPr>
            <a:spLocks noGrp="1"/>
          </p:cNvSpPr>
          <p:nvPr>
            <p:ph type="body" sz="quarter" idx="19" hasCustomPrompt="1"/>
          </p:nvPr>
        </p:nvSpPr>
        <p:spPr>
          <a:xfrm>
            <a:off x="442027" y="5422604"/>
            <a:ext cx="2424223" cy="1892596"/>
          </a:xfrm>
        </p:spPr>
        <p:txBody>
          <a:bodyPr lIns="0" tIns="0" rIns="0" bIns="0" anchor="t">
            <a:noAutofit/>
          </a:bodyPr>
          <a:lstStyle>
            <a:lvl1pPr marL="0" indent="0" algn="l">
              <a:lnSpc>
                <a:spcPct val="120000"/>
              </a:lnSpc>
              <a:spcBef>
                <a:spcPts val="900"/>
              </a:spcBef>
              <a:buNone/>
              <a:defRPr sz="1000">
                <a:solidFill>
                  <a:schemeClr val="tx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text</a:t>
            </a:r>
          </a:p>
        </p:txBody>
      </p:sp>
      <p:sp>
        <p:nvSpPr>
          <p:cNvPr id="31" name="Text Placeholder 21"/>
          <p:cNvSpPr>
            <a:spLocks noGrp="1"/>
          </p:cNvSpPr>
          <p:nvPr>
            <p:ph type="body" sz="quarter" idx="20" hasCustomPrompt="1"/>
          </p:nvPr>
        </p:nvSpPr>
        <p:spPr>
          <a:xfrm>
            <a:off x="442026" y="4146698"/>
            <a:ext cx="2424224" cy="1006274"/>
          </a:xfrm>
        </p:spPr>
        <p:txBody>
          <a:bodyPr lIns="0" tIns="0" rIns="0" bIns="0" anchor="b">
            <a:noAutofit/>
          </a:bodyPr>
          <a:lstStyle>
            <a:lvl1pPr marL="0" indent="0" algn="l">
              <a:lnSpc>
                <a:spcPct val="120000"/>
              </a:lnSpc>
              <a:spcBef>
                <a:spcPts val="0"/>
              </a:spcBef>
              <a:buNone/>
              <a:defRPr sz="1600" b="1">
                <a:solidFill>
                  <a:schemeClr val="accent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Heading text</a:t>
            </a:r>
            <a:endParaRPr dirty="0"/>
          </a:p>
        </p:txBody>
      </p:sp>
      <p:sp>
        <p:nvSpPr>
          <p:cNvPr id="33" name="Text Placeholder 21"/>
          <p:cNvSpPr>
            <a:spLocks noGrp="1"/>
          </p:cNvSpPr>
          <p:nvPr>
            <p:ph type="body" sz="quarter" idx="21" hasCustomPrompt="1"/>
          </p:nvPr>
        </p:nvSpPr>
        <p:spPr>
          <a:xfrm>
            <a:off x="7155180" y="1446028"/>
            <a:ext cx="2423160" cy="2308328"/>
          </a:xfrm>
        </p:spPr>
        <p:txBody>
          <a:bodyPr lIns="0" tIns="0" rIns="0" bIns="0" anchor="b">
            <a:noAutofit/>
          </a:bodyPr>
          <a:lstStyle>
            <a:lvl1pPr marL="0" indent="0" algn="l">
              <a:lnSpc>
                <a:spcPct val="90000"/>
              </a:lnSpc>
              <a:spcBef>
                <a:spcPts val="0"/>
              </a:spcBef>
              <a:buNone/>
              <a:defRPr sz="3800" b="1" baseline="0">
                <a:solidFill>
                  <a:schemeClr val="accent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Heading text</a:t>
            </a:r>
            <a:endParaRPr dirty="0"/>
          </a:p>
        </p:txBody>
      </p:sp>
      <p:sp>
        <p:nvSpPr>
          <p:cNvPr id="34" name="Text Placeholder 21"/>
          <p:cNvSpPr>
            <a:spLocks noGrp="1"/>
          </p:cNvSpPr>
          <p:nvPr>
            <p:ph type="body" sz="quarter" idx="22" hasCustomPrompt="1"/>
          </p:nvPr>
        </p:nvSpPr>
        <p:spPr>
          <a:xfrm>
            <a:off x="7155180" y="3997842"/>
            <a:ext cx="2423160" cy="616688"/>
          </a:xfrm>
        </p:spPr>
        <p:txBody>
          <a:bodyPr lIns="0" tIns="0" rIns="0" bIns="0" anchor="t">
            <a:noAutofit/>
          </a:bodyPr>
          <a:lstStyle>
            <a:lvl1pPr marL="0" indent="0" algn="l">
              <a:lnSpc>
                <a:spcPct val="100000"/>
              </a:lnSpc>
              <a:spcBef>
                <a:spcPts val="0"/>
              </a:spcBef>
              <a:buNone/>
              <a:defRPr sz="1800" b="1">
                <a:solidFill>
                  <a:schemeClr val="tx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Click to add text</a:t>
            </a:r>
            <a:endParaRPr dirty="0"/>
          </a:p>
        </p:txBody>
      </p:sp>
      <p:sp>
        <p:nvSpPr>
          <p:cNvPr id="20" name="Text Placeholder 21"/>
          <p:cNvSpPr>
            <a:spLocks noGrp="1"/>
          </p:cNvSpPr>
          <p:nvPr>
            <p:ph type="body" sz="quarter" idx="23" hasCustomPrompt="1"/>
          </p:nvPr>
        </p:nvSpPr>
        <p:spPr>
          <a:xfrm rot="16200000">
            <a:off x="3081241" y="4061237"/>
            <a:ext cx="2381694" cy="341040"/>
          </a:xfrm>
        </p:spPr>
        <p:txBody>
          <a:bodyPr lIns="0" tIns="0" rIns="0" bIns="0" anchor="b">
            <a:noAutofit/>
          </a:bodyPr>
          <a:lstStyle>
            <a:lvl1pPr marL="0" indent="0" algn="l">
              <a:lnSpc>
                <a:spcPct val="100000"/>
              </a:lnSpc>
              <a:spcBef>
                <a:spcPts val="0"/>
              </a:spcBef>
              <a:buNone/>
              <a:defRPr sz="1000" b="1">
                <a:solidFill>
                  <a:schemeClr val="tx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Recipient Name</a:t>
            </a:r>
            <a:endParaRPr dirty="0"/>
          </a:p>
        </p:txBody>
      </p:sp>
      <p:sp>
        <p:nvSpPr>
          <p:cNvPr id="18" name="Rectangle 17"/>
          <p:cNvSpPr/>
          <p:nvPr userDrawn="1"/>
        </p:nvSpPr>
        <p:spPr>
          <a:xfrm>
            <a:off x="442027" y="465745"/>
            <a:ext cx="2424223" cy="54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22" name="Rectangle 21"/>
          <p:cNvSpPr/>
          <p:nvPr userDrawn="1"/>
        </p:nvSpPr>
        <p:spPr>
          <a:xfrm>
            <a:off x="7154649" y="3867502"/>
            <a:ext cx="2424223" cy="54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26" name="Text Placeholder 21"/>
          <p:cNvSpPr>
            <a:spLocks noGrp="1"/>
          </p:cNvSpPr>
          <p:nvPr>
            <p:ph type="body" sz="quarter" idx="24" hasCustomPrompt="1"/>
          </p:nvPr>
        </p:nvSpPr>
        <p:spPr>
          <a:xfrm rot="16200000">
            <a:off x="3567975" y="3923123"/>
            <a:ext cx="2381694" cy="617266"/>
          </a:xfrm>
        </p:spPr>
        <p:txBody>
          <a:bodyPr lIns="0" tIns="0" rIns="0" bIns="0" anchor="t">
            <a:noAutofit/>
          </a:bodyPr>
          <a:lstStyle>
            <a:lvl1pPr marL="0" indent="0" algn="l">
              <a:lnSpc>
                <a:spcPct val="120000"/>
              </a:lnSpc>
              <a:spcBef>
                <a:spcPts val="0"/>
              </a:spcBef>
              <a:buNone/>
              <a:defRPr sz="1000">
                <a:solidFill>
                  <a:schemeClr val="tx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Address</a:t>
            </a:r>
            <a:br>
              <a:rPr lang="en-US" dirty="0" smtClean="0"/>
            </a:br>
            <a:r>
              <a:rPr lang="en-US" dirty="0" smtClean="0"/>
              <a:t>City, ST  ZIP Code</a:t>
            </a:r>
            <a:endParaRPr dirty="0"/>
          </a:p>
        </p:txBody>
      </p:sp>
      <p:sp>
        <p:nvSpPr>
          <p:cNvPr id="29" name="Text Placeholder 21"/>
          <p:cNvSpPr>
            <a:spLocks noGrp="1"/>
          </p:cNvSpPr>
          <p:nvPr>
            <p:ph type="body" sz="quarter" idx="25" hasCustomPrompt="1"/>
          </p:nvPr>
        </p:nvSpPr>
        <p:spPr>
          <a:xfrm rot="16200000">
            <a:off x="5194895" y="4208443"/>
            <a:ext cx="1785749" cy="642567"/>
          </a:xfrm>
        </p:spPr>
        <p:txBody>
          <a:bodyPr lIns="0" tIns="0" rIns="0" bIns="0" anchor="b">
            <a:noAutofit/>
          </a:bodyPr>
          <a:lstStyle>
            <a:lvl1pPr marL="0" indent="0" algn="l">
              <a:lnSpc>
                <a:spcPct val="120000"/>
              </a:lnSpc>
              <a:spcBef>
                <a:spcPts val="0"/>
              </a:spcBef>
              <a:buNone/>
              <a:defRPr sz="900">
                <a:solidFill>
                  <a:schemeClr val="accent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[Website]</a:t>
            </a:r>
            <a:br>
              <a:rPr lang="en-US" dirty="0" smtClean="0"/>
            </a:br>
            <a:r>
              <a:rPr lang="en-US" dirty="0" smtClean="0"/>
              <a:t>[Email]</a:t>
            </a:r>
            <a:endParaRPr dirty="0"/>
          </a:p>
        </p:txBody>
      </p:sp>
      <p:sp>
        <p:nvSpPr>
          <p:cNvPr id="30" name="Text Placeholder 21"/>
          <p:cNvSpPr>
            <a:spLocks noGrp="1"/>
          </p:cNvSpPr>
          <p:nvPr>
            <p:ph type="body" sz="quarter" idx="26" hasCustomPrompt="1"/>
          </p:nvPr>
        </p:nvSpPr>
        <p:spPr>
          <a:xfrm rot="16200000">
            <a:off x="5194895" y="6101041"/>
            <a:ext cx="1785749" cy="642567"/>
          </a:xfrm>
        </p:spPr>
        <p:txBody>
          <a:bodyPr lIns="0" tIns="0" rIns="0" bIns="0" anchor="b">
            <a:noAutofit/>
          </a:bodyPr>
          <a:lstStyle>
            <a:lvl1pPr marL="0" indent="0" algn="l">
              <a:lnSpc>
                <a:spcPct val="120000"/>
              </a:lnSpc>
              <a:spcBef>
                <a:spcPts val="0"/>
              </a:spcBef>
              <a:buNone/>
              <a:defRPr sz="900">
                <a:solidFill>
                  <a:schemeClr val="accent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lang="en-US" dirty="0" smtClean="0"/>
              <a:t>Tel [Telephone]</a:t>
            </a:r>
            <a:br>
              <a:rPr lang="en-US" dirty="0" smtClean="0"/>
            </a:br>
            <a:r>
              <a:rPr lang="en-US" dirty="0" smtClean="0"/>
              <a:t>Fax [Fax]</a:t>
            </a:r>
            <a:endParaRPr dirty="0"/>
          </a:p>
        </p:txBody>
      </p:sp>
      <p:sp>
        <p:nvSpPr>
          <p:cNvPr id="5" name="Picture Placeholder 4"/>
          <p:cNvSpPr>
            <a:spLocks noGrp="1"/>
          </p:cNvSpPr>
          <p:nvPr>
            <p:ph type="pic" sz="quarter" idx="27"/>
          </p:nvPr>
        </p:nvSpPr>
        <p:spPr>
          <a:xfrm>
            <a:off x="442082" y="839788"/>
            <a:ext cx="2424113" cy="2084387"/>
          </a:xfrm>
          <a:solidFill>
            <a:schemeClr val="bg1">
              <a:lumMod val="85000"/>
            </a:schemeClr>
          </a:solidFill>
        </p:spPr>
        <p:txBody>
          <a:bodyPr tIns="182880">
            <a:normAutofit/>
          </a:bodyPr>
          <a:lstStyle>
            <a:lvl1pPr marL="0" indent="0" algn="ctr">
              <a:buNone/>
              <a:defRPr sz="1400"/>
            </a:lvl1pPr>
          </a:lstStyle>
          <a:p>
            <a:endParaRPr lang="en-US"/>
          </a:p>
        </p:txBody>
      </p:sp>
      <p:sp>
        <p:nvSpPr>
          <p:cNvPr id="32" name="Rectangle 31"/>
          <p:cNvSpPr/>
          <p:nvPr userDrawn="1"/>
        </p:nvSpPr>
        <p:spPr>
          <a:xfrm>
            <a:off x="6435513" y="2011680"/>
            <a:ext cx="54864" cy="53035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35" name="Rectangle 34"/>
          <p:cNvSpPr/>
          <p:nvPr userDrawn="1"/>
        </p:nvSpPr>
        <p:spPr>
          <a:xfrm>
            <a:off x="6435513" y="484844"/>
            <a:ext cx="54864" cy="1280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13" name="Text Placeholder 12"/>
          <p:cNvSpPr>
            <a:spLocks noGrp="1"/>
          </p:cNvSpPr>
          <p:nvPr>
            <p:ph type="body" sz="quarter" idx="28" hasCustomPrompt="1"/>
          </p:nvPr>
        </p:nvSpPr>
        <p:spPr>
          <a:xfrm>
            <a:off x="7155180" y="4658107"/>
            <a:ext cx="2423160" cy="36576"/>
          </a:xfrm>
          <a:blipFill>
            <a:blip r:embed="rId2"/>
            <a:stretch>
              <a:fillRect/>
            </a:stretch>
          </a:blipFill>
        </p:spPr>
        <p:txBody>
          <a:bodyPr>
            <a:noAutofit/>
          </a:bodyPr>
          <a:lstStyle>
            <a:lvl1pPr marL="0" indent="0">
              <a:spcBef>
                <a:spcPts val="0"/>
              </a:spcBef>
              <a:buNone/>
              <a:defRPr sz="500"/>
            </a:lvl1pPr>
            <a:lvl2pPr marL="0" indent="0">
              <a:spcBef>
                <a:spcPts val="0"/>
              </a:spcBef>
              <a:buNone/>
              <a:defRPr sz="500"/>
            </a:lvl2pPr>
            <a:lvl3pPr marL="0" indent="0">
              <a:spcBef>
                <a:spcPts val="0"/>
              </a:spcBef>
              <a:buNone/>
              <a:defRPr sz="500"/>
            </a:lvl3pPr>
            <a:lvl4pPr marL="0" indent="0">
              <a:spcBef>
                <a:spcPts val="0"/>
              </a:spcBef>
              <a:buNone/>
              <a:defRPr sz="500"/>
            </a:lvl4pPr>
            <a:lvl5pPr marL="0" indent="0">
              <a:spcBef>
                <a:spcPts val="0"/>
              </a:spcBef>
              <a:buNone/>
              <a:defRPr sz="500"/>
            </a:lvl5pPr>
          </a:lstStyle>
          <a:p>
            <a:pPr lvl="0"/>
            <a:r>
              <a:rPr lang="en-US" dirty="0" smtClean="0"/>
              <a:t> </a:t>
            </a:r>
            <a:endParaRPr lang="en-US" dirty="0"/>
          </a:p>
        </p:txBody>
      </p:sp>
      <p:sp>
        <p:nvSpPr>
          <p:cNvPr id="40" name="Text Placeholder 12"/>
          <p:cNvSpPr>
            <a:spLocks noGrp="1"/>
          </p:cNvSpPr>
          <p:nvPr>
            <p:ph type="body" sz="quarter" idx="29" hasCustomPrompt="1"/>
          </p:nvPr>
        </p:nvSpPr>
        <p:spPr>
          <a:xfrm>
            <a:off x="442558" y="5260735"/>
            <a:ext cx="2423160" cy="36576"/>
          </a:xfrm>
          <a:blipFill>
            <a:blip r:embed="rId2"/>
            <a:stretch>
              <a:fillRect/>
            </a:stretch>
          </a:blipFill>
        </p:spPr>
        <p:txBody>
          <a:bodyPr>
            <a:noAutofit/>
          </a:bodyPr>
          <a:lstStyle>
            <a:lvl1pPr marL="0" indent="0">
              <a:spcBef>
                <a:spcPts val="0"/>
              </a:spcBef>
              <a:buNone/>
              <a:defRPr sz="500"/>
            </a:lvl1pPr>
            <a:lvl2pPr marL="0" indent="0">
              <a:spcBef>
                <a:spcPts val="0"/>
              </a:spcBef>
              <a:buNone/>
              <a:defRPr sz="500"/>
            </a:lvl2pPr>
            <a:lvl3pPr marL="0" indent="0">
              <a:spcBef>
                <a:spcPts val="0"/>
              </a:spcBef>
              <a:buNone/>
              <a:defRPr sz="500"/>
            </a:lvl3pPr>
            <a:lvl4pPr marL="0" indent="0">
              <a:spcBef>
                <a:spcPts val="0"/>
              </a:spcBef>
              <a:buNone/>
              <a:defRPr sz="500"/>
            </a:lvl4pPr>
            <a:lvl5pPr marL="0" indent="0">
              <a:spcBef>
                <a:spcPts val="0"/>
              </a:spcBef>
              <a:buNone/>
              <a:defRPr sz="500"/>
            </a:lvl5pPr>
          </a:lstStyle>
          <a:p>
            <a:pPr lvl="0"/>
            <a:r>
              <a:rPr lang="en-US" dirty="0" smtClean="0"/>
              <a:t> </a:t>
            </a:r>
            <a:endParaRPr lang="en-US" dirty="0"/>
          </a:p>
        </p:txBody>
      </p:sp>
    </p:spTree>
    <p:extLst>
      <p:ext uri="{BB962C8B-B14F-4D97-AF65-F5344CB8AC3E}">
        <p14:creationId xmlns:p14="http://schemas.microsoft.com/office/powerpoint/2010/main" val="58631927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88" userDrawn="1">
          <p15:clr>
            <a:srgbClr val="FBAE40"/>
          </p15:clr>
        </p15:guide>
        <p15:guide id="2" orient="horz" pos="4608" userDrawn="1">
          <p15:clr>
            <a:srgbClr val="FBAE40"/>
          </p15:clr>
        </p15:guide>
        <p15:guide id="3" pos="272" userDrawn="1">
          <p15:clr>
            <a:srgbClr val="FBAE40"/>
          </p15:clr>
        </p15:guide>
        <p15:guide id="4" pos="1800" userDrawn="1">
          <p15:clr>
            <a:srgbClr val="FBAE40"/>
          </p15:clr>
        </p15:guide>
        <p15:guide id="6" pos="6035" userDrawn="1">
          <p15:clr>
            <a:srgbClr val="FBAE40"/>
          </p15:clr>
        </p15:guide>
        <p15:guide id="7" pos="450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side Page">
    <p:spTree>
      <p:nvGrpSpPr>
        <p:cNvPr id="1" name=""/>
        <p:cNvGrpSpPr/>
        <p:nvPr/>
      </p:nvGrpSpPr>
      <p:grpSpPr>
        <a:xfrm>
          <a:off x="0" y="0"/>
          <a:ext cx="0" cy="0"/>
          <a:chOff x="0" y="0"/>
          <a:chExt cx="0" cy="0"/>
        </a:xfrm>
      </p:grpSpPr>
      <p:sp>
        <p:nvSpPr>
          <p:cNvPr id="31" name="Text Placeholder 21"/>
          <p:cNvSpPr>
            <a:spLocks noGrp="1"/>
          </p:cNvSpPr>
          <p:nvPr>
            <p:ph type="body" sz="quarter" idx="20" hasCustomPrompt="1"/>
          </p:nvPr>
        </p:nvSpPr>
        <p:spPr>
          <a:xfrm>
            <a:off x="434340" y="569862"/>
            <a:ext cx="2423160" cy="1373367"/>
          </a:xfrm>
        </p:spPr>
        <p:txBody>
          <a:bodyPr lIns="0" tIns="0" rIns="0" bIns="0" anchor="b">
            <a:noAutofit/>
          </a:bodyPr>
          <a:lstStyle>
            <a:lvl1pPr marL="0" indent="0" algn="l">
              <a:lnSpc>
                <a:spcPct val="120000"/>
              </a:lnSpc>
              <a:spcBef>
                <a:spcPts val="0"/>
              </a:spcBef>
              <a:buNone/>
              <a:defRPr sz="1600" b="1">
                <a:solidFill>
                  <a:schemeClr val="tx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text</a:t>
            </a:r>
          </a:p>
        </p:txBody>
      </p:sp>
      <p:sp>
        <p:nvSpPr>
          <p:cNvPr id="43" name="Text Placeholder 21"/>
          <p:cNvSpPr>
            <a:spLocks noGrp="1"/>
          </p:cNvSpPr>
          <p:nvPr>
            <p:ph type="body" sz="quarter" idx="31" hasCustomPrompt="1"/>
          </p:nvPr>
        </p:nvSpPr>
        <p:spPr>
          <a:xfrm>
            <a:off x="434340" y="2158410"/>
            <a:ext cx="2423160" cy="1456660"/>
          </a:xfrm>
        </p:spPr>
        <p:txBody>
          <a:bodyPr lIns="0" tIns="0" rIns="0" bIns="0" anchor="t">
            <a:noAutofit/>
          </a:bodyPr>
          <a:lstStyle>
            <a:lvl1pPr marL="112713" indent="-112713" algn="l">
              <a:lnSpc>
                <a:spcPct val="120000"/>
              </a:lnSpc>
              <a:spcBef>
                <a:spcPts val="900"/>
              </a:spcBef>
              <a:spcAft>
                <a:spcPts val="0"/>
              </a:spcAft>
              <a:buFont typeface="Arial" panose="020B0604020202020204" pitchFamily="34" charset="0"/>
              <a:buChar char="•"/>
              <a:defRPr sz="1000">
                <a:solidFill>
                  <a:schemeClr val="tx2"/>
                </a:solidFill>
              </a:defRPr>
            </a:lvl1pPr>
            <a:lvl2pPr marL="182880" indent="-182880">
              <a:lnSpc>
                <a:spcPct val="100000"/>
              </a:lnSpc>
              <a:spcBef>
                <a:spcPts val="600"/>
              </a:spcBef>
              <a:spcAft>
                <a:spcPts val="0"/>
              </a:spcAft>
              <a:buFont typeface="Arial" panose="020B0604020202020204" pitchFamily="34" charset="0"/>
              <a:buChar char="•"/>
              <a:defRPr sz="900"/>
            </a:lvl2pPr>
            <a:lvl3pPr marL="182880" indent="-182880">
              <a:lnSpc>
                <a:spcPct val="100000"/>
              </a:lnSpc>
              <a:spcBef>
                <a:spcPts val="600"/>
              </a:spcBef>
              <a:spcAft>
                <a:spcPts val="0"/>
              </a:spcAft>
              <a:buFont typeface="Arial" panose="020B0604020202020204" pitchFamily="34" charset="0"/>
              <a:buChar char="•"/>
              <a:defRPr sz="900"/>
            </a:lvl3pPr>
            <a:lvl4pPr marL="182880" indent="-182880">
              <a:lnSpc>
                <a:spcPct val="100000"/>
              </a:lnSpc>
              <a:spcBef>
                <a:spcPts val="600"/>
              </a:spcBef>
              <a:spcAft>
                <a:spcPts val="0"/>
              </a:spcAft>
              <a:buFont typeface="Arial" panose="020B0604020202020204" pitchFamily="34" charset="0"/>
              <a:buChar char="•"/>
              <a:defRPr sz="900"/>
            </a:lvl4pPr>
            <a:lvl5pPr marL="182880" indent="-182880">
              <a:lnSpc>
                <a:spcPct val="100000"/>
              </a:lnSpc>
              <a:spcBef>
                <a:spcPts val="600"/>
              </a:spcBef>
              <a:spcAft>
                <a:spcPts val="0"/>
              </a:spcAft>
              <a:buFont typeface="Arial" panose="020B0604020202020204" pitchFamily="34" charset="0"/>
              <a:buChar char="•"/>
              <a:defRPr sz="900"/>
            </a:lvl5pPr>
            <a:lvl6pPr marL="182880" indent="-182880">
              <a:lnSpc>
                <a:spcPct val="100000"/>
              </a:lnSpc>
              <a:spcBef>
                <a:spcPts val="600"/>
              </a:spcBef>
              <a:spcAft>
                <a:spcPts val="0"/>
              </a:spcAft>
              <a:defRPr sz="900"/>
            </a:lvl6pPr>
            <a:lvl7pPr marL="182880" indent="-182880">
              <a:lnSpc>
                <a:spcPct val="100000"/>
              </a:lnSpc>
              <a:spcBef>
                <a:spcPts val="600"/>
              </a:spcBef>
              <a:spcAft>
                <a:spcPts val="0"/>
              </a:spcAft>
              <a:defRPr sz="900"/>
            </a:lvl7pPr>
            <a:lvl8pPr marL="182880" indent="-182880">
              <a:lnSpc>
                <a:spcPct val="100000"/>
              </a:lnSpc>
              <a:spcBef>
                <a:spcPts val="600"/>
              </a:spcBef>
              <a:spcAft>
                <a:spcPts val="0"/>
              </a:spcAft>
              <a:defRPr sz="900"/>
            </a:lvl8pPr>
            <a:lvl9pPr marL="182880" indent="-182880">
              <a:lnSpc>
                <a:spcPct val="100000"/>
              </a:lnSpc>
              <a:spcBef>
                <a:spcPts val="600"/>
              </a:spcBef>
              <a:spcAft>
                <a:spcPts val="0"/>
              </a:spcAft>
              <a:defRPr sz="900"/>
            </a:lvl9pPr>
          </a:lstStyle>
          <a:p>
            <a:pPr lvl="0"/>
            <a:r>
              <a:rPr dirty="0"/>
              <a:t>Click to add </a:t>
            </a:r>
            <a:r>
              <a:rPr dirty="0" smtClean="0"/>
              <a:t>text</a:t>
            </a:r>
            <a:endParaRPr dirty="0"/>
          </a:p>
        </p:txBody>
      </p:sp>
      <p:sp>
        <p:nvSpPr>
          <p:cNvPr id="26" name="Text Placeholder 21"/>
          <p:cNvSpPr>
            <a:spLocks noGrp="1"/>
          </p:cNvSpPr>
          <p:nvPr>
            <p:ph type="body" sz="quarter" idx="36" hasCustomPrompt="1"/>
          </p:nvPr>
        </p:nvSpPr>
        <p:spPr>
          <a:xfrm>
            <a:off x="434340" y="3625703"/>
            <a:ext cx="2423160" cy="409096"/>
          </a:xfrm>
        </p:spPr>
        <p:txBody>
          <a:bodyPr lIns="0" tIns="0" rIns="0" bIns="0" anchor="ctr">
            <a:noAutofit/>
          </a:bodyPr>
          <a:lstStyle>
            <a:lvl1pPr marL="0" indent="0" algn="l">
              <a:lnSpc>
                <a:spcPct val="114000"/>
              </a:lnSpc>
              <a:spcBef>
                <a:spcPts val="800"/>
              </a:spcBef>
              <a:buNone/>
              <a:defRPr sz="1100" b="1">
                <a:solidFill>
                  <a:schemeClr val="tx1"/>
                </a:solidFill>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text</a:t>
            </a:r>
          </a:p>
        </p:txBody>
      </p:sp>
      <p:sp>
        <p:nvSpPr>
          <p:cNvPr id="27" name="Text Placeholder 21"/>
          <p:cNvSpPr>
            <a:spLocks noGrp="1"/>
          </p:cNvSpPr>
          <p:nvPr>
            <p:ph type="body" sz="quarter" idx="37" hasCustomPrompt="1"/>
          </p:nvPr>
        </p:nvSpPr>
        <p:spPr>
          <a:xfrm>
            <a:off x="434340" y="4034799"/>
            <a:ext cx="2423160" cy="626510"/>
          </a:xfrm>
        </p:spPr>
        <p:txBody>
          <a:bodyPr lIns="0" tIns="0" rIns="0" bIns="0" anchor="t">
            <a:noAutofit/>
          </a:bodyPr>
          <a:lstStyle>
            <a:lvl1pPr marL="112713" indent="-112713" algn="l">
              <a:lnSpc>
                <a:spcPct val="120000"/>
              </a:lnSpc>
              <a:spcBef>
                <a:spcPts val="600"/>
              </a:spcBef>
              <a:spcAft>
                <a:spcPts val="0"/>
              </a:spcAft>
              <a:buFont typeface="Arial" panose="020B0604020202020204" pitchFamily="34" charset="0"/>
              <a:buChar char="•"/>
              <a:defRPr sz="1000">
                <a:solidFill>
                  <a:schemeClr val="tx2"/>
                </a:solidFill>
              </a:defRPr>
            </a:lvl1pPr>
            <a:lvl2pPr marL="182880" indent="-182880">
              <a:lnSpc>
                <a:spcPct val="100000"/>
              </a:lnSpc>
              <a:spcBef>
                <a:spcPts val="600"/>
              </a:spcBef>
              <a:spcAft>
                <a:spcPts val="0"/>
              </a:spcAft>
              <a:buFont typeface="Arial" panose="020B0604020202020204" pitchFamily="34" charset="0"/>
              <a:buChar char="•"/>
              <a:defRPr sz="900"/>
            </a:lvl2pPr>
            <a:lvl3pPr marL="182880" indent="-182880">
              <a:lnSpc>
                <a:spcPct val="100000"/>
              </a:lnSpc>
              <a:spcBef>
                <a:spcPts val="600"/>
              </a:spcBef>
              <a:spcAft>
                <a:spcPts val="0"/>
              </a:spcAft>
              <a:buFont typeface="Arial" panose="020B0604020202020204" pitchFamily="34" charset="0"/>
              <a:buChar char="•"/>
              <a:defRPr sz="900"/>
            </a:lvl3pPr>
            <a:lvl4pPr marL="182880" indent="-182880">
              <a:lnSpc>
                <a:spcPct val="100000"/>
              </a:lnSpc>
              <a:spcBef>
                <a:spcPts val="600"/>
              </a:spcBef>
              <a:spcAft>
                <a:spcPts val="0"/>
              </a:spcAft>
              <a:buFont typeface="Arial" panose="020B0604020202020204" pitchFamily="34" charset="0"/>
              <a:buChar char="•"/>
              <a:defRPr sz="900"/>
            </a:lvl4pPr>
            <a:lvl5pPr marL="182880" indent="-182880">
              <a:lnSpc>
                <a:spcPct val="100000"/>
              </a:lnSpc>
              <a:spcBef>
                <a:spcPts val="600"/>
              </a:spcBef>
              <a:spcAft>
                <a:spcPts val="0"/>
              </a:spcAft>
              <a:buFont typeface="Arial" panose="020B0604020202020204" pitchFamily="34" charset="0"/>
              <a:buChar char="•"/>
              <a:defRPr sz="900"/>
            </a:lvl5pPr>
            <a:lvl6pPr marL="182880" indent="-182880">
              <a:lnSpc>
                <a:spcPct val="100000"/>
              </a:lnSpc>
              <a:spcBef>
                <a:spcPts val="600"/>
              </a:spcBef>
              <a:spcAft>
                <a:spcPts val="0"/>
              </a:spcAft>
              <a:defRPr sz="900"/>
            </a:lvl6pPr>
            <a:lvl7pPr marL="182880" indent="-182880">
              <a:lnSpc>
                <a:spcPct val="100000"/>
              </a:lnSpc>
              <a:spcBef>
                <a:spcPts val="600"/>
              </a:spcBef>
              <a:spcAft>
                <a:spcPts val="0"/>
              </a:spcAft>
              <a:defRPr sz="900"/>
            </a:lvl7pPr>
            <a:lvl8pPr marL="182880" indent="-182880">
              <a:lnSpc>
                <a:spcPct val="100000"/>
              </a:lnSpc>
              <a:spcBef>
                <a:spcPts val="600"/>
              </a:spcBef>
              <a:spcAft>
                <a:spcPts val="0"/>
              </a:spcAft>
              <a:defRPr sz="900"/>
            </a:lvl8pPr>
            <a:lvl9pPr marL="182880" indent="-182880">
              <a:lnSpc>
                <a:spcPct val="100000"/>
              </a:lnSpc>
              <a:spcBef>
                <a:spcPts val="600"/>
              </a:spcBef>
              <a:spcAft>
                <a:spcPts val="0"/>
              </a:spcAft>
              <a:defRPr sz="900"/>
            </a:lvl9pPr>
          </a:lstStyle>
          <a:p>
            <a:pPr lvl="0"/>
            <a:r>
              <a:rPr dirty="0"/>
              <a:t>Click to add </a:t>
            </a:r>
            <a:r>
              <a:rPr dirty="0" smtClean="0"/>
              <a:t>text</a:t>
            </a:r>
            <a:endParaRPr dirty="0"/>
          </a:p>
        </p:txBody>
      </p:sp>
      <p:cxnSp>
        <p:nvCxnSpPr>
          <p:cNvPr id="35" name="Straight Connector 34" hidden="1"/>
          <p:cNvCxnSpPr/>
          <p:nvPr userDrawn="1"/>
        </p:nvCxnSpPr>
        <p:spPr>
          <a:xfrm>
            <a:off x="3748088" y="919011"/>
            <a:ext cx="2652712"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 Placeholder 21"/>
          <p:cNvSpPr>
            <a:spLocks noGrp="1"/>
          </p:cNvSpPr>
          <p:nvPr>
            <p:ph type="body" sz="quarter" idx="42" hasCustomPrompt="1"/>
          </p:nvPr>
        </p:nvSpPr>
        <p:spPr>
          <a:xfrm>
            <a:off x="7159752" y="1616150"/>
            <a:ext cx="2444114" cy="680483"/>
          </a:xfrm>
        </p:spPr>
        <p:txBody>
          <a:bodyPr lIns="0" tIns="0" rIns="0" bIns="0" anchor="t">
            <a:noAutofit/>
          </a:bodyPr>
          <a:lstStyle>
            <a:lvl1pPr marL="73152" indent="-73152" algn="l">
              <a:lnSpc>
                <a:spcPct val="120000"/>
              </a:lnSpc>
              <a:spcBef>
                <a:spcPts val="400"/>
              </a:spcBef>
              <a:buNone/>
              <a:defRPr sz="1200" i="1">
                <a:solidFill>
                  <a:schemeClr val="accent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a:t>
            </a:r>
            <a:r>
              <a:rPr lang="en-US" dirty="0" smtClean="0"/>
              <a:t>quotation</a:t>
            </a:r>
            <a:endParaRPr dirty="0"/>
          </a:p>
        </p:txBody>
      </p:sp>
      <p:sp>
        <p:nvSpPr>
          <p:cNvPr id="42" name="Text Placeholder 21"/>
          <p:cNvSpPr>
            <a:spLocks noGrp="1"/>
          </p:cNvSpPr>
          <p:nvPr>
            <p:ph type="body" sz="quarter" idx="43" hasCustomPrompt="1"/>
          </p:nvPr>
        </p:nvSpPr>
        <p:spPr>
          <a:xfrm>
            <a:off x="3771900" y="4784651"/>
            <a:ext cx="2423160" cy="2530549"/>
          </a:xfrm>
        </p:spPr>
        <p:txBody>
          <a:bodyPr lIns="0" tIns="0" rIns="0" bIns="0" anchor="t">
            <a:noAutofit/>
          </a:bodyPr>
          <a:lstStyle>
            <a:lvl1pPr marL="112713" indent="-112713" algn="l">
              <a:lnSpc>
                <a:spcPct val="120000"/>
              </a:lnSpc>
              <a:spcBef>
                <a:spcPts val="900"/>
              </a:spcBef>
              <a:spcAft>
                <a:spcPts val="0"/>
              </a:spcAft>
              <a:buFont typeface="Arial" panose="020B0604020202020204" pitchFamily="34" charset="0"/>
              <a:buChar char="•"/>
              <a:defRPr sz="1000">
                <a:solidFill>
                  <a:schemeClr val="tx2"/>
                </a:solidFill>
              </a:defRPr>
            </a:lvl1pPr>
            <a:lvl2pPr marL="182880" indent="-182880">
              <a:lnSpc>
                <a:spcPct val="100000"/>
              </a:lnSpc>
              <a:spcBef>
                <a:spcPts val="600"/>
              </a:spcBef>
              <a:spcAft>
                <a:spcPts val="0"/>
              </a:spcAft>
              <a:buFont typeface="Arial" panose="020B0604020202020204" pitchFamily="34" charset="0"/>
              <a:buChar char="•"/>
              <a:defRPr sz="900"/>
            </a:lvl2pPr>
            <a:lvl3pPr marL="182880" indent="-182880">
              <a:lnSpc>
                <a:spcPct val="100000"/>
              </a:lnSpc>
              <a:spcBef>
                <a:spcPts val="600"/>
              </a:spcBef>
              <a:spcAft>
                <a:spcPts val="0"/>
              </a:spcAft>
              <a:buFont typeface="Arial" panose="020B0604020202020204" pitchFamily="34" charset="0"/>
              <a:buChar char="•"/>
              <a:defRPr sz="900"/>
            </a:lvl3pPr>
            <a:lvl4pPr marL="182880" indent="-182880">
              <a:lnSpc>
                <a:spcPct val="100000"/>
              </a:lnSpc>
              <a:spcBef>
                <a:spcPts val="600"/>
              </a:spcBef>
              <a:spcAft>
                <a:spcPts val="0"/>
              </a:spcAft>
              <a:buFont typeface="Arial" panose="020B0604020202020204" pitchFamily="34" charset="0"/>
              <a:buChar char="•"/>
              <a:defRPr sz="900"/>
            </a:lvl4pPr>
            <a:lvl5pPr marL="182880" indent="-182880">
              <a:lnSpc>
                <a:spcPct val="100000"/>
              </a:lnSpc>
              <a:spcBef>
                <a:spcPts val="600"/>
              </a:spcBef>
              <a:spcAft>
                <a:spcPts val="0"/>
              </a:spcAft>
              <a:buFont typeface="Arial" panose="020B0604020202020204" pitchFamily="34" charset="0"/>
              <a:buChar char="•"/>
              <a:defRPr sz="900"/>
            </a:lvl5pPr>
            <a:lvl6pPr marL="182880" indent="-182880">
              <a:lnSpc>
                <a:spcPct val="100000"/>
              </a:lnSpc>
              <a:spcBef>
                <a:spcPts val="600"/>
              </a:spcBef>
              <a:spcAft>
                <a:spcPts val="0"/>
              </a:spcAft>
              <a:defRPr sz="900"/>
            </a:lvl6pPr>
            <a:lvl7pPr marL="182880" indent="-182880">
              <a:lnSpc>
                <a:spcPct val="100000"/>
              </a:lnSpc>
              <a:spcBef>
                <a:spcPts val="600"/>
              </a:spcBef>
              <a:spcAft>
                <a:spcPts val="0"/>
              </a:spcAft>
              <a:defRPr sz="900"/>
            </a:lvl7pPr>
            <a:lvl8pPr marL="182880" indent="-182880">
              <a:lnSpc>
                <a:spcPct val="100000"/>
              </a:lnSpc>
              <a:spcBef>
                <a:spcPts val="600"/>
              </a:spcBef>
              <a:spcAft>
                <a:spcPts val="0"/>
              </a:spcAft>
              <a:defRPr sz="900"/>
            </a:lvl8pPr>
            <a:lvl9pPr marL="182880" indent="-182880">
              <a:lnSpc>
                <a:spcPct val="100000"/>
              </a:lnSpc>
              <a:spcBef>
                <a:spcPts val="600"/>
              </a:spcBef>
              <a:spcAft>
                <a:spcPts val="0"/>
              </a:spcAft>
              <a:defRPr sz="900"/>
            </a:lvl9pPr>
          </a:lstStyle>
          <a:p>
            <a:pPr lvl="0"/>
            <a:r>
              <a:rPr dirty="0"/>
              <a:t>Click to add </a:t>
            </a:r>
            <a:r>
              <a:rPr dirty="0" smtClean="0"/>
              <a:t>text</a:t>
            </a:r>
            <a:endParaRPr dirty="0"/>
          </a:p>
        </p:txBody>
      </p:sp>
      <p:sp>
        <p:nvSpPr>
          <p:cNvPr id="59" name="Text Placeholder 21"/>
          <p:cNvSpPr>
            <a:spLocks noGrp="1"/>
          </p:cNvSpPr>
          <p:nvPr>
            <p:ph type="body" sz="quarter" idx="48" hasCustomPrompt="1"/>
          </p:nvPr>
        </p:nvSpPr>
        <p:spPr>
          <a:xfrm>
            <a:off x="7155180" y="4359349"/>
            <a:ext cx="2441448" cy="2955851"/>
          </a:xfrm>
        </p:spPr>
        <p:txBody>
          <a:bodyPr lIns="0" tIns="0" rIns="0" bIns="0" anchor="t">
            <a:noAutofit/>
          </a:bodyPr>
          <a:lstStyle>
            <a:lvl1pPr marL="112713" indent="-112713" algn="l">
              <a:lnSpc>
                <a:spcPct val="120000"/>
              </a:lnSpc>
              <a:spcBef>
                <a:spcPts val="900"/>
              </a:spcBef>
              <a:spcAft>
                <a:spcPts val="0"/>
              </a:spcAft>
              <a:buFont typeface="Arial" panose="020B0604020202020204" pitchFamily="34" charset="0"/>
              <a:buChar char="•"/>
              <a:defRPr sz="1000">
                <a:solidFill>
                  <a:schemeClr val="tx2"/>
                </a:solidFill>
              </a:defRPr>
            </a:lvl1pPr>
            <a:lvl2pPr marL="182880" indent="-182880">
              <a:lnSpc>
                <a:spcPct val="100000"/>
              </a:lnSpc>
              <a:spcBef>
                <a:spcPts val="600"/>
              </a:spcBef>
              <a:spcAft>
                <a:spcPts val="0"/>
              </a:spcAft>
              <a:buFont typeface="Arial" panose="020B0604020202020204" pitchFamily="34" charset="0"/>
              <a:buChar char="•"/>
              <a:defRPr sz="900"/>
            </a:lvl2pPr>
            <a:lvl3pPr marL="182880" indent="-182880">
              <a:lnSpc>
                <a:spcPct val="100000"/>
              </a:lnSpc>
              <a:spcBef>
                <a:spcPts val="600"/>
              </a:spcBef>
              <a:spcAft>
                <a:spcPts val="0"/>
              </a:spcAft>
              <a:buFont typeface="Arial" panose="020B0604020202020204" pitchFamily="34" charset="0"/>
              <a:buChar char="•"/>
              <a:defRPr sz="900"/>
            </a:lvl3pPr>
            <a:lvl4pPr marL="182880" indent="-182880">
              <a:lnSpc>
                <a:spcPct val="100000"/>
              </a:lnSpc>
              <a:spcBef>
                <a:spcPts val="600"/>
              </a:spcBef>
              <a:spcAft>
                <a:spcPts val="0"/>
              </a:spcAft>
              <a:buFont typeface="Arial" panose="020B0604020202020204" pitchFamily="34" charset="0"/>
              <a:buChar char="•"/>
              <a:defRPr sz="900"/>
            </a:lvl4pPr>
            <a:lvl5pPr marL="182880" indent="-182880">
              <a:lnSpc>
                <a:spcPct val="100000"/>
              </a:lnSpc>
              <a:spcBef>
                <a:spcPts val="600"/>
              </a:spcBef>
              <a:spcAft>
                <a:spcPts val="0"/>
              </a:spcAft>
              <a:buFont typeface="Arial" panose="020B0604020202020204" pitchFamily="34" charset="0"/>
              <a:buChar char="•"/>
              <a:defRPr sz="900"/>
            </a:lvl5pPr>
            <a:lvl6pPr marL="182880" indent="-182880">
              <a:lnSpc>
                <a:spcPct val="100000"/>
              </a:lnSpc>
              <a:spcBef>
                <a:spcPts val="600"/>
              </a:spcBef>
              <a:spcAft>
                <a:spcPts val="0"/>
              </a:spcAft>
              <a:defRPr sz="900"/>
            </a:lvl6pPr>
            <a:lvl7pPr marL="182880" indent="-182880">
              <a:lnSpc>
                <a:spcPct val="100000"/>
              </a:lnSpc>
              <a:spcBef>
                <a:spcPts val="600"/>
              </a:spcBef>
              <a:spcAft>
                <a:spcPts val="0"/>
              </a:spcAft>
              <a:defRPr sz="900"/>
            </a:lvl7pPr>
            <a:lvl8pPr marL="182880" indent="-182880">
              <a:lnSpc>
                <a:spcPct val="100000"/>
              </a:lnSpc>
              <a:spcBef>
                <a:spcPts val="600"/>
              </a:spcBef>
              <a:spcAft>
                <a:spcPts val="0"/>
              </a:spcAft>
              <a:defRPr sz="900"/>
            </a:lvl8pPr>
            <a:lvl9pPr marL="182880" indent="-182880">
              <a:lnSpc>
                <a:spcPct val="100000"/>
              </a:lnSpc>
              <a:spcBef>
                <a:spcPts val="600"/>
              </a:spcBef>
              <a:spcAft>
                <a:spcPts val="0"/>
              </a:spcAft>
              <a:defRPr sz="900"/>
            </a:lvl9pPr>
          </a:lstStyle>
          <a:p>
            <a:pPr lvl="0"/>
            <a:r>
              <a:rPr dirty="0"/>
              <a:t>Click to add </a:t>
            </a:r>
            <a:r>
              <a:rPr dirty="0" smtClean="0"/>
              <a:t>text</a:t>
            </a:r>
            <a:endParaRPr dirty="0"/>
          </a:p>
        </p:txBody>
      </p:sp>
      <p:sp>
        <p:nvSpPr>
          <p:cNvPr id="38" name="Rectangle 37"/>
          <p:cNvSpPr/>
          <p:nvPr userDrawn="1"/>
        </p:nvSpPr>
        <p:spPr>
          <a:xfrm>
            <a:off x="433809" y="465745"/>
            <a:ext cx="2424223" cy="54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40" name="Text Placeholder 21"/>
          <p:cNvSpPr>
            <a:spLocks noGrp="1"/>
          </p:cNvSpPr>
          <p:nvPr>
            <p:ph type="body" sz="quarter" idx="49" hasCustomPrompt="1"/>
          </p:nvPr>
        </p:nvSpPr>
        <p:spPr>
          <a:xfrm>
            <a:off x="3771900" y="3795822"/>
            <a:ext cx="2423160" cy="754911"/>
          </a:xfrm>
        </p:spPr>
        <p:txBody>
          <a:bodyPr lIns="0" tIns="0" rIns="0" bIns="0" anchor="b">
            <a:noAutofit/>
          </a:bodyPr>
          <a:lstStyle>
            <a:lvl1pPr marL="0" indent="0" algn="l">
              <a:lnSpc>
                <a:spcPct val="120000"/>
              </a:lnSpc>
              <a:spcBef>
                <a:spcPts val="0"/>
              </a:spcBef>
              <a:buNone/>
              <a:defRPr sz="1600" b="1">
                <a:solidFill>
                  <a:schemeClr val="tx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text</a:t>
            </a:r>
          </a:p>
        </p:txBody>
      </p:sp>
      <p:sp>
        <p:nvSpPr>
          <p:cNvPr id="44" name="Picture Placeholder 4"/>
          <p:cNvSpPr>
            <a:spLocks noGrp="1"/>
          </p:cNvSpPr>
          <p:nvPr>
            <p:ph type="pic" sz="quarter" idx="27"/>
          </p:nvPr>
        </p:nvSpPr>
        <p:spPr>
          <a:xfrm>
            <a:off x="5050465" y="850606"/>
            <a:ext cx="1144595" cy="2834640"/>
          </a:xfrm>
          <a:solidFill>
            <a:schemeClr val="bg1">
              <a:lumMod val="85000"/>
            </a:schemeClr>
          </a:solidFill>
        </p:spPr>
        <p:txBody>
          <a:bodyPr tIns="182880">
            <a:normAutofit/>
          </a:bodyPr>
          <a:lstStyle>
            <a:lvl1pPr marL="0" indent="0" algn="ctr">
              <a:buNone/>
              <a:defRPr sz="1400"/>
            </a:lvl1pPr>
          </a:lstStyle>
          <a:p>
            <a:endParaRPr lang="en-US"/>
          </a:p>
        </p:txBody>
      </p:sp>
      <p:sp>
        <p:nvSpPr>
          <p:cNvPr id="46" name="Picture Placeholder 4"/>
          <p:cNvSpPr>
            <a:spLocks noGrp="1"/>
          </p:cNvSpPr>
          <p:nvPr>
            <p:ph type="pic" sz="quarter" idx="50"/>
          </p:nvPr>
        </p:nvSpPr>
        <p:spPr>
          <a:xfrm>
            <a:off x="434340" y="4688343"/>
            <a:ext cx="2423160" cy="1600200"/>
          </a:xfrm>
          <a:solidFill>
            <a:schemeClr val="bg1">
              <a:lumMod val="85000"/>
            </a:schemeClr>
          </a:solidFill>
        </p:spPr>
        <p:txBody>
          <a:bodyPr tIns="182880">
            <a:normAutofit/>
          </a:bodyPr>
          <a:lstStyle>
            <a:lvl1pPr marL="0" indent="0" algn="ctr">
              <a:buNone/>
              <a:defRPr sz="1400"/>
            </a:lvl1pPr>
          </a:lstStyle>
          <a:p>
            <a:endParaRPr lang="en-US"/>
          </a:p>
        </p:txBody>
      </p:sp>
      <p:sp>
        <p:nvSpPr>
          <p:cNvPr id="47" name="Rectangle 46"/>
          <p:cNvSpPr/>
          <p:nvPr userDrawn="1"/>
        </p:nvSpPr>
        <p:spPr>
          <a:xfrm>
            <a:off x="433809" y="6360183"/>
            <a:ext cx="2424223" cy="7093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48" name="Rectangle 47"/>
          <p:cNvSpPr/>
          <p:nvPr userDrawn="1"/>
        </p:nvSpPr>
        <p:spPr>
          <a:xfrm>
            <a:off x="3771900" y="850606"/>
            <a:ext cx="1188299" cy="2834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49" name="Rectangle 48"/>
          <p:cNvSpPr/>
          <p:nvPr userDrawn="1"/>
        </p:nvSpPr>
        <p:spPr>
          <a:xfrm>
            <a:off x="3771369" y="465745"/>
            <a:ext cx="2424223" cy="54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50" name="Rectangle 49"/>
          <p:cNvSpPr/>
          <p:nvPr userDrawn="1"/>
        </p:nvSpPr>
        <p:spPr>
          <a:xfrm>
            <a:off x="7154649" y="465745"/>
            <a:ext cx="2424223" cy="548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228600" rIns="182880" bIns="228600" rtlCol="0" anchor="t"/>
          <a:lstStyle/>
          <a:p>
            <a:pPr algn="ctr">
              <a:lnSpc>
                <a:spcPct val="130000"/>
              </a:lnSpc>
            </a:pPr>
            <a:endParaRPr/>
          </a:p>
        </p:txBody>
      </p:sp>
      <p:sp>
        <p:nvSpPr>
          <p:cNvPr id="51" name="Text Placeholder 12"/>
          <p:cNvSpPr>
            <a:spLocks noGrp="1"/>
          </p:cNvSpPr>
          <p:nvPr>
            <p:ph type="body" sz="quarter" idx="29" hasCustomPrompt="1"/>
          </p:nvPr>
        </p:nvSpPr>
        <p:spPr>
          <a:xfrm>
            <a:off x="434340" y="2010962"/>
            <a:ext cx="2423160" cy="36576"/>
          </a:xfrm>
          <a:blipFill>
            <a:blip r:embed="rId2"/>
            <a:stretch>
              <a:fillRect/>
            </a:stretch>
          </a:blipFill>
        </p:spPr>
        <p:txBody>
          <a:bodyPr>
            <a:noAutofit/>
          </a:bodyPr>
          <a:lstStyle>
            <a:lvl1pPr marL="0" indent="0">
              <a:spcBef>
                <a:spcPts val="0"/>
              </a:spcBef>
              <a:buNone/>
              <a:defRPr sz="500"/>
            </a:lvl1pPr>
            <a:lvl2pPr marL="0" indent="0">
              <a:spcBef>
                <a:spcPts val="0"/>
              </a:spcBef>
              <a:buNone/>
              <a:defRPr sz="500"/>
            </a:lvl2pPr>
            <a:lvl3pPr marL="0" indent="0">
              <a:spcBef>
                <a:spcPts val="0"/>
              </a:spcBef>
              <a:buNone/>
              <a:defRPr sz="500"/>
            </a:lvl3pPr>
            <a:lvl4pPr marL="0" indent="0">
              <a:spcBef>
                <a:spcPts val="0"/>
              </a:spcBef>
              <a:buNone/>
              <a:defRPr sz="500"/>
            </a:lvl4pPr>
            <a:lvl5pPr marL="0" indent="0">
              <a:spcBef>
                <a:spcPts val="0"/>
              </a:spcBef>
              <a:buNone/>
              <a:defRPr sz="500"/>
            </a:lvl5pPr>
          </a:lstStyle>
          <a:p>
            <a:pPr lvl="0"/>
            <a:r>
              <a:rPr lang="en-US" dirty="0" smtClean="0"/>
              <a:t> </a:t>
            </a:r>
            <a:endParaRPr lang="en-US" dirty="0"/>
          </a:p>
        </p:txBody>
      </p:sp>
      <p:sp>
        <p:nvSpPr>
          <p:cNvPr id="55" name="Text Placeholder 12"/>
          <p:cNvSpPr>
            <a:spLocks noGrp="1"/>
          </p:cNvSpPr>
          <p:nvPr>
            <p:ph type="body" sz="quarter" idx="51" hasCustomPrompt="1"/>
          </p:nvPr>
        </p:nvSpPr>
        <p:spPr>
          <a:xfrm>
            <a:off x="3771900" y="4624733"/>
            <a:ext cx="2423160" cy="36576"/>
          </a:xfrm>
          <a:blipFill>
            <a:blip r:embed="rId2"/>
            <a:stretch>
              <a:fillRect/>
            </a:stretch>
          </a:blipFill>
        </p:spPr>
        <p:txBody>
          <a:bodyPr>
            <a:noAutofit/>
          </a:bodyPr>
          <a:lstStyle>
            <a:lvl1pPr marL="0" indent="0">
              <a:spcBef>
                <a:spcPts val="0"/>
              </a:spcBef>
              <a:buNone/>
              <a:defRPr sz="500"/>
            </a:lvl1pPr>
            <a:lvl2pPr marL="0" indent="0">
              <a:spcBef>
                <a:spcPts val="0"/>
              </a:spcBef>
              <a:buNone/>
              <a:defRPr sz="500"/>
            </a:lvl2pPr>
            <a:lvl3pPr marL="0" indent="0">
              <a:spcBef>
                <a:spcPts val="0"/>
              </a:spcBef>
              <a:buNone/>
              <a:defRPr sz="500"/>
            </a:lvl3pPr>
            <a:lvl4pPr marL="0" indent="0">
              <a:spcBef>
                <a:spcPts val="0"/>
              </a:spcBef>
              <a:buNone/>
              <a:defRPr sz="500"/>
            </a:lvl4pPr>
            <a:lvl5pPr marL="0" indent="0">
              <a:spcBef>
                <a:spcPts val="0"/>
              </a:spcBef>
              <a:buNone/>
              <a:defRPr sz="500"/>
            </a:lvl5pPr>
          </a:lstStyle>
          <a:p>
            <a:pPr lvl="0"/>
            <a:r>
              <a:rPr lang="en-US" dirty="0" smtClean="0"/>
              <a:t> </a:t>
            </a:r>
            <a:endParaRPr lang="en-US" dirty="0"/>
          </a:p>
        </p:txBody>
      </p:sp>
      <p:sp>
        <p:nvSpPr>
          <p:cNvPr id="62" name="Text Placeholder 21"/>
          <p:cNvSpPr>
            <a:spLocks noGrp="1"/>
          </p:cNvSpPr>
          <p:nvPr>
            <p:ph type="body" sz="quarter" idx="52" hasCustomPrompt="1"/>
          </p:nvPr>
        </p:nvSpPr>
        <p:spPr>
          <a:xfrm>
            <a:off x="7155180" y="569862"/>
            <a:ext cx="2441448" cy="812371"/>
          </a:xfrm>
        </p:spPr>
        <p:txBody>
          <a:bodyPr lIns="0" tIns="0" rIns="0" bIns="0" anchor="b">
            <a:noAutofit/>
          </a:bodyPr>
          <a:lstStyle>
            <a:lvl1pPr marL="0" indent="0" algn="l">
              <a:lnSpc>
                <a:spcPct val="120000"/>
              </a:lnSpc>
              <a:spcBef>
                <a:spcPts val="0"/>
              </a:spcBef>
              <a:buNone/>
              <a:defRPr sz="1600" b="1">
                <a:solidFill>
                  <a:schemeClr val="tx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text</a:t>
            </a:r>
          </a:p>
        </p:txBody>
      </p:sp>
      <p:sp>
        <p:nvSpPr>
          <p:cNvPr id="63" name="Text Placeholder 12"/>
          <p:cNvSpPr>
            <a:spLocks noGrp="1"/>
          </p:cNvSpPr>
          <p:nvPr>
            <p:ph type="body" sz="quarter" idx="53" hasCustomPrompt="1"/>
          </p:nvPr>
        </p:nvSpPr>
        <p:spPr>
          <a:xfrm>
            <a:off x="7155180" y="1446367"/>
            <a:ext cx="2423160" cy="36576"/>
          </a:xfrm>
          <a:blipFill>
            <a:blip r:embed="rId2"/>
            <a:stretch>
              <a:fillRect/>
            </a:stretch>
          </a:blipFill>
        </p:spPr>
        <p:txBody>
          <a:bodyPr>
            <a:noAutofit/>
          </a:bodyPr>
          <a:lstStyle>
            <a:lvl1pPr marL="0" indent="0">
              <a:spcBef>
                <a:spcPts val="0"/>
              </a:spcBef>
              <a:buNone/>
              <a:defRPr sz="500"/>
            </a:lvl1pPr>
            <a:lvl2pPr marL="0" indent="0">
              <a:spcBef>
                <a:spcPts val="0"/>
              </a:spcBef>
              <a:buNone/>
              <a:defRPr sz="500"/>
            </a:lvl2pPr>
            <a:lvl3pPr marL="0" indent="0">
              <a:spcBef>
                <a:spcPts val="0"/>
              </a:spcBef>
              <a:buNone/>
              <a:defRPr sz="500"/>
            </a:lvl3pPr>
            <a:lvl4pPr marL="0" indent="0">
              <a:spcBef>
                <a:spcPts val="0"/>
              </a:spcBef>
              <a:buNone/>
              <a:defRPr sz="500"/>
            </a:lvl4pPr>
            <a:lvl5pPr marL="0" indent="0">
              <a:spcBef>
                <a:spcPts val="0"/>
              </a:spcBef>
              <a:buNone/>
              <a:defRPr sz="500"/>
            </a:lvl5pPr>
          </a:lstStyle>
          <a:p>
            <a:pPr lvl="0"/>
            <a:r>
              <a:rPr lang="en-US" dirty="0" smtClean="0"/>
              <a:t> </a:t>
            </a:r>
            <a:endParaRPr lang="en-US" dirty="0"/>
          </a:p>
        </p:txBody>
      </p:sp>
      <p:sp>
        <p:nvSpPr>
          <p:cNvPr id="64" name="Text Placeholder 21"/>
          <p:cNvSpPr>
            <a:spLocks noGrp="1"/>
          </p:cNvSpPr>
          <p:nvPr>
            <p:ph type="body" sz="quarter" idx="54" hasCustomPrompt="1"/>
          </p:nvPr>
        </p:nvSpPr>
        <p:spPr>
          <a:xfrm>
            <a:off x="7159752" y="2354879"/>
            <a:ext cx="2444114" cy="281997"/>
          </a:xfrm>
        </p:spPr>
        <p:txBody>
          <a:bodyPr lIns="0" tIns="0" rIns="0" bIns="0" anchor="t">
            <a:noAutofit/>
          </a:bodyPr>
          <a:lstStyle>
            <a:lvl1pPr marL="228600" indent="-137160" algn="l">
              <a:lnSpc>
                <a:spcPct val="100000"/>
              </a:lnSpc>
              <a:spcBef>
                <a:spcPts val="0"/>
              </a:spcBef>
              <a:buClr>
                <a:schemeClr val="tx1"/>
              </a:buClr>
              <a:buFont typeface="Arial" panose="020B0604020202020204" pitchFamily="34" charset="0"/>
              <a:buChar char="—"/>
              <a:defRPr sz="900" i="0">
                <a:solidFill>
                  <a:schemeClr val="tx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a:t>
            </a:r>
            <a:r>
              <a:rPr lang="en-US" dirty="0" smtClean="0"/>
              <a:t>attribution</a:t>
            </a:r>
            <a:endParaRPr dirty="0"/>
          </a:p>
        </p:txBody>
      </p:sp>
      <p:sp>
        <p:nvSpPr>
          <p:cNvPr id="65" name="Text Placeholder 21"/>
          <p:cNvSpPr>
            <a:spLocks noGrp="1"/>
          </p:cNvSpPr>
          <p:nvPr>
            <p:ph type="body" sz="quarter" idx="55" hasCustomPrompt="1"/>
          </p:nvPr>
        </p:nvSpPr>
        <p:spPr>
          <a:xfrm>
            <a:off x="7159752" y="2636876"/>
            <a:ext cx="2444114" cy="680483"/>
          </a:xfrm>
        </p:spPr>
        <p:txBody>
          <a:bodyPr lIns="0" tIns="0" rIns="0" bIns="0" anchor="t">
            <a:noAutofit/>
          </a:bodyPr>
          <a:lstStyle>
            <a:lvl1pPr marL="73152" indent="-73152" algn="l">
              <a:lnSpc>
                <a:spcPct val="120000"/>
              </a:lnSpc>
              <a:spcBef>
                <a:spcPts val="400"/>
              </a:spcBef>
              <a:buNone/>
              <a:defRPr sz="1200" i="1">
                <a:solidFill>
                  <a:schemeClr val="accent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a:t>
            </a:r>
            <a:r>
              <a:rPr lang="en-US" dirty="0" smtClean="0"/>
              <a:t>quotation</a:t>
            </a:r>
            <a:endParaRPr dirty="0"/>
          </a:p>
        </p:txBody>
      </p:sp>
      <p:sp>
        <p:nvSpPr>
          <p:cNvPr id="66" name="Text Placeholder 21"/>
          <p:cNvSpPr>
            <a:spLocks noGrp="1"/>
          </p:cNvSpPr>
          <p:nvPr>
            <p:ph type="body" sz="quarter" idx="56" hasCustomPrompt="1"/>
          </p:nvPr>
        </p:nvSpPr>
        <p:spPr>
          <a:xfrm>
            <a:off x="7159752" y="3375605"/>
            <a:ext cx="2444114" cy="283464"/>
          </a:xfrm>
        </p:spPr>
        <p:txBody>
          <a:bodyPr lIns="0" tIns="0" rIns="0" bIns="0" anchor="t">
            <a:noAutofit/>
          </a:bodyPr>
          <a:lstStyle>
            <a:lvl1pPr marL="228600" indent="-137160" algn="l">
              <a:lnSpc>
                <a:spcPct val="100000"/>
              </a:lnSpc>
              <a:spcBef>
                <a:spcPts val="0"/>
              </a:spcBef>
              <a:buClr>
                <a:schemeClr val="tx1"/>
              </a:buClr>
              <a:buFont typeface="Arial" panose="020B0604020202020204" pitchFamily="34" charset="0"/>
              <a:buChar char="—"/>
              <a:defRPr sz="900" i="0">
                <a:solidFill>
                  <a:schemeClr val="tx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a:t>
            </a:r>
            <a:r>
              <a:rPr lang="en-US" dirty="0" smtClean="0"/>
              <a:t>attribution</a:t>
            </a:r>
            <a:endParaRPr dirty="0"/>
          </a:p>
        </p:txBody>
      </p:sp>
      <p:sp>
        <p:nvSpPr>
          <p:cNvPr id="67" name="Text Placeholder 21"/>
          <p:cNvSpPr>
            <a:spLocks noGrp="1"/>
          </p:cNvSpPr>
          <p:nvPr>
            <p:ph type="body" sz="quarter" idx="57" hasCustomPrompt="1"/>
          </p:nvPr>
        </p:nvSpPr>
        <p:spPr>
          <a:xfrm>
            <a:off x="7155180" y="3659069"/>
            <a:ext cx="2441448" cy="487629"/>
          </a:xfrm>
        </p:spPr>
        <p:txBody>
          <a:bodyPr lIns="0" tIns="0" rIns="0" bIns="0" anchor="b">
            <a:noAutofit/>
          </a:bodyPr>
          <a:lstStyle>
            <a:lvl1pPr marL="0" indent="0" algn="l">
              <a:lnSpc>
                <a:spcPct val="120000"/>
              </a:lnSpc>
              <a:spcBef>
                <a:spcPts val="0"/>
              </a:spcBef>
              <a:buNone/>
              <a:defRPr sz="1600" b="1">
                <a:solidFill>
                  <a:schemeClr val="tx1"/>
                </a:solidFill>
                <a:latin typeface="+mj-lt"/>
              </a:defRPr>
            </a:lvl1pPr>
            <a:lvl2pPr marL="0" indent="0">
              <a:spcBef>
                <a:spcPts val="0"/>
              </a:spcBef>
              <a:buNone/>
              <a:defRPr sz="3600"/>
            </a:lvl2pPr>
            <a:lvl3pPr marL="0" indent="0">
              <a:spcBef>
                <a:spcPts val="0"/>
              </a:spcBef>
              <a:buNone/>
              <a:defRPr sz="3600"/>
            </a:lvl3pPr>
            <a:lvl4pPr marL="0" indent="0">
              <a:spcBef>
                <a:spcPts val="0"/>
              </a:spcBef>
              <a:buNone/>
              <a:defRPr sz="3600"/>
            </a:lvl4pPr>
            <a:lvl5pPr marL="0" indent="0">
              <a:spcBef>
                <a:spcPts val="0"/>
              </a:spcBef>
              <a:buNone/>
              <a:defRPr sz="3600"/>
            </a:lvl5pPr>
          </a:lstStyle>
          <a:p>
            <a:pPr lvl="0"/>
            <a:r>
              <a:rPr dirty="0"/>
              <a:t>Click to add text</a:t>
            </a:r>
          </a:p>
        </p:txBody>
      </p:sp>
      <p:sp>
        <p:nvSpPr>
          <p:cNvPr id="68" name="Text Placeholder 12"/>
          <p:cNvSpPr>
            <a:spLocks noGrp="1"/>
          </p:cNvSpPr>
          <p:nvPr>
            <p:ph type="body" sz="quarter" idx="58" hasCustomPrompt="1"/>
          </p:nvPr>
        </p:nvSpPr>
        <p:spPr>
          <a:xfrm>
            <a:off x="7155180" y="4210833"/>
            <a:ext cx="2423160" cy="36576"/>
          </a:xfrm>
          <a:blipFill>
            <a:blip r:embed="rId2"/>
            <a:stretch>
              <a:fillRect/>
            </a:stretch>
          </a:blipFill>
        </p:spPr>
        <p:txBody>
          <a:bodyPr>
            <a:noAutofit/>
          </a:bodyPr>
          <a:lstStyle>
            <a:lvl1pPr marL="0" indent="0">
              <a:spcBef>
                <a:spcPts val="0"/>
              </a:spcBef>
              <a:buNone/>
              <a:defRPr sz="500"/>
            </a:lvl1pPr>
            <a:lvl2pPr marL="0" indent="0">
              <a:spcBef>
                <a:spcPts val="0"/>
              </a:spcBef>
              <a:buNone/>
              <a:defRPr sz="500"/>
            </a:lvl2pPr>
            <a:lvl3pPr marL="0" indent="0">
              <a:spcBef>
                <a:spcPts val="0"/>
              </a:spcBef>
              <a:buNone/>
              <a:defRPr sz="500"/>
            </a:lvl3pPr>
            <a:lvl4pPr marL="0" indent="0">
              <a:spcBef>
                <a:spcPts val="0"/>
              </a:spcBef>
              <a:buNone/>
              <a:defRPr sz="500"/>
            </a:lvl4pPr>
            <a:lvl5pPr marL="0" indent="0">
              <a:spcBef>
                <a:spcPts val="0"/>
              </a:spcBef>
              <a:buNone/>
              <a:defRPr sz="500"/>
            </a:lvl5pPr>
          </a:lstStyle>
          <a:p>
            <a:pPr lvl="0"/>
            <a:r>
              <a:rPr lang="en-US" dirty="0" smtClean="0"/>
              <a:t> </a:t>
            </a:r>
            <a:endParaRPr lang="en-US" dirty="0"/>
          </a:p>
        </p:txBody>
      </p:sp>
    </p:spTree>
    <p:extLst>
      <p:ext uri="{BB962C8B-B14F-4D97-AF65-F5344CB8AC3E}">
        <p14:creationId xmlns:p14="http://schemas.microsoft.com/office/powerpoint/2010/main" val="1184508751"/>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31" userDrawn="1">
          <p15:clr>
            <a:srgbClr val="FBAE40"/>
          </p15:clr>
        </p15:guide>
        <p15:guide id="2" pos="1902" userDrawn="1">
          <p15:clr>
            <a:srgbClr val="FBAE40"/>
          </p15:clr>
        </p15:guide>
        <p15:guide id="3" pos="2361" userDrawn="1">
          <p15:clr>
            <a:srgbClr val="FBAE40"/>
          </p15:clr>
        </p15:guide>
        <p15:guide id="4" pos="4032" userDrawn="1">
          <p15:clr>
            <a:srgbClr val="FBAE40"/>
          </p15:clr>
        </p15:guide>
        <p15:guide id="5" pos="4494" userDrawn="1">
          <p15:clr>
            <a:srgbClr val="FBAE40"/>
          </p15:clr>
        </p15:guide>
        <p15:guide id="6" pos="6105" userDrawn="1">
          <p15:clr>
            <a:srgbClr val="FBAE40"/>
          </p15:clr>
        </p15:guide>
        <p15:guide id="7" orient="horz" pos="288" userDrawn="1">
          <p15:clr>
            <a:srgbClr val="FBAE40"/>
          </p15:clr>
        </p15:guide>
        <p15:guide id="8" orient="horz" pos="460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0"/>
            <a:ext cx="8675370" cy="1502305"/>
          </a:xfrm>
          <a:prstGeom prst="rect">
            <a:avLst/>
          </a:prstGeom>
        </p:spPr>
        <p:txBody>
          <a:bodyPr vert="horz" lIns="91440" tIns="45720" rIns="9144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FC7BAE6A-DCF3-43E4-B2A0-33D0CF1225FC}" type="datetimeFigureOut">
              <a:rPr lang="en-US"/>
              <a:t>5/22/2019</a:t>
            </a:fld>
            <a:endParaRPr/>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F6761A3-4CAC-4C5F-AC82-8DB08D526BC2}" type="slidenum">
              <a:rPr/>
              <a:t>‹#›</a:t>
            </a:fld>
            <a:endParaRPr/>
          </a:p>
        </p:txBody>
      </p:sp>
    </p:spTree>
    <p:extLst>
      <p:ext uri="{BB962C8B-B14F-4D97-AF65-F5344CB8AC3E}">
        <p14:creationId xmlns:p14="http://schemas.microsoft.com/office/powerpoint/2010/main" val="3687281395"/>
      </p:ext>
    </p:extLst>
  </p:cSld>
  <p:clrMap bg1="lt1" tx1="dk1" bg2="lt2" tx2="dk2" accent1="accent1" accent2="accent2" accent3="accent3" accent4="accent4" accent5="accent5" accent6="accent6" hlink="hlink" folHlink="folHlink"/>
  <p:sldLayoutIdLst>
    <p:sldLayoutId id="2147483672" r:id="rId1"/>
    <p:sldLayoutId id="2147483673" r:id="rId2"/>
  </p:sldLayoutIdLst>
  <p:timing>
    <p:tnLst>
      <p:par>
        <p:cTn id="1" dur="indefinite" restart="never" nodeType="tmRoot"/>
      </p:par>
    </p:tnLst>
  </p:timing>
  <p:txStyles>
    <p:titleStyle>
      <a:lvl1pPr algn="l" defTabSz="100584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51460" indent="-251460" algn="l" defTabSz="1005840" rtl="0" eaLnBrk="1" latinLnBrk="0" hangingPunct="1">
        <a:lnSpc>
          <a:spcPct val="90000"/>
        </a:lnSpc>
        <a:spcBef>
          <a:spcPts val="11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754380" indent="-251460" algn="l" defTabSz="1005840" rtl="0" eaLnBrk="1" latinLnBrk="0" hangingPunct="1">
        <a:lnSpc>
          <a:spcPct val="90000"/>
        </a:lnSpc>
        <a:spcBef>
          <a:spcPts val="55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257300" indent="-251460" algn="l" defTabSz="1005840" rtl="0" eaLnBrk="1" latinLnBrk="0" hangingPunct="1">
        <a:lnSpc>
          <a:spcPct val="90000"/>
        </a:lnSpc>
        <a:spcBef>
          <a:spcPts val="55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760220" indent="-251460" algn="l" defTabSz="1005840" rtl="0" eaLnBrk="1" latinLnBrk="0" hangingPunct="1">
        <a:lnSpc>
          <a:spcPct val="90000"/>
        </a:lnSpc>
        <a:spcBef>
          <a:spcPts val="55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263140" indent="-251460" algn="l" defTabSz="1005840" rtl="0" eaLnBrk="1" latinLnBrk="0" hangingPunct="1">
        <a:lnSpc>
          <a:spcPct val="90000"/>
        </a:lnSpc>
        <a:spcBef>
          <a:spcPts val="550"/>
        </a:spcBef>
        <a:buClr>
          <a:schemeClr val="accent1"/>
        </a:buClr>
        <a:buFont typeface="Arial" panose="020B0604020202020204" pitchFamily="34" charset="0"/>
        <a:buChar char="•"/>
        <a:defRPr sz="140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cleaner.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r>
              <a:rPr lang="en-US" dirty="0" smtClean="0"/>
              <a:t>PCleaner</a:t>
            </a:r>
            <a:endParaRPr lang="en-US" dirty="0"/>
          </a:p>
        </p:txBody>
      </p:sp>
      <p:sp>
        <p:nvSpPr>
          <p:cNvPr id="3" name="Text Placeholder 2"/>
          <p:cNvSpPr>
            <a:spLocks noGrp="1"/>
          </p:cNvSpPr>
          <p:nvPr>
            <p:ph type="body" sz="quarter" idx="15"/>
          </p:nvPr>
        </p:nvSpPr>
        <p:spPr>
          <a:xfrm rot="16200000">
            <a:off x="2662320" y="5875952"/>
            <a:ext cx="2471738" cy="406757"/>
          </a:xfrm>
        </p:spPr>
        <p:txBody>
          <a:bodyPr/>
          <a:lstStyle/>
          <a:p>
            <a:endParaRPr lang="en-US" dirty="0" smtClean="0"/>
          </a:p>
          <a:p>
            <a:endParaRPr lang="en-US" dirty="0"/>
          </a:p>
        </p:txBody>
      </p:sp>
      <p:sp>
        <p:nvSpPr>
          <p:cNvPr id="4" name="Text Placeholder 3"/>
          <p:cNvSpPr>
            <a:spLocks noGrp="1"/>
          </p:cNvSpPr>
          <p:nvPr>
            <p:ph type="body" sz="quarter" idx="19"/>
          </p:nvPr>
        </p:nvSpPr>
        <p:spPr/>
        <p:txBody>
          <a:bodyPr/>
          <a:lstStyle/>
          <a:p>
            <a:r>
              <a:rPr lang="en-US" dirty="0" smtClean="0"/>
              <a:t>Just place </a:t>
            </a:r>
            <a:r>
              <a:rPr lang="en-US" b="1" i="1" dirty="0" smtClean="0"/>
              <a:t>PCleaner </a:t>
            </a:r>
            <a:r>
              <a:rPr lang="en-US" dirty="0" smtClean="0"/>
              <a:t>at the water and push the </a:t>
            </a:r>
            <a:r>
              <a:rPr lang="en-US" b="1" i="1" dirty="0" smtClean="0"/>
              <a:t>start </a:t>
            </a:r>
            <a:r>
              <a:rPr lang="en-US" dirty="0" smtClean="0"/>
              <a:t>button. </a:t>
            </a:r>
            <a:endParaRPr lang="en-US" b="1" i="1" dirty="0"/>
          </a:p>
        </p:txBody>
      </p:sp>
      <p:sp>
        <p:nvSpPr>
          <p:cNvPr id="5" name="Text Placeholder 4"/>
          <p:cNvSpPr>
            <a:spLocks noGrp="1"/>
          </p:cNvSpPr>
          <p:nvPr>
            <p:ph type="body" sz="quarter" idx="20"/>
          </p:nvPr>
        </p:nvSpPr>
        <p:spPr>
          <a:xfrm>
            <a:off x="442027" y="4146698"/>
            <a:ext cx="2583745" cy="1006274"/>
          </a:xfrm>
        </p:spPr>
        <p:txBody>
          <a:bodyPr/>
          <a:lstStyle/>
          <a:p>
            <a:r>
              <a:rPr lang="en-US" dirty="0" smtClean="0"/>
              <a:t>Robots can do it for you !</a:t>
            </a:r>
            <a:endParaRPr lang="en-US" dirty="0"/>
          </a:p>
        </p:txBody>
      </p:sp>
      <p:sp>
        <p:nvSpPr>
          <p:cNvPr id="6" name="Text Placeholder 5"/>
          <p:cNvSpPr>
            <a:spLocks noGrp="1"/>
          </p:cNvSpPr>
          <p:nvPr>
            <p:ph type="body" sz="quarter" idx="21"/>
          </p:nvPr>
        </p:nvSpPr>
        <p:spPr/>
        <p:txBody>
          <a:bodyPr/>
          <a:lstStyle/>
          <a:p>
            <a:r>
              <a:rPr lang="en-US" dirty="0" smtClean="0"/>
              <a:t>PCleaner</a:t>
            </a:r>
            <a:endParaRPr lang="en-US" dirty="0"/>
          </a:p>
        </p:txBody>
      </p:sp>
      <p:sp>
        <p:nvSpPr>
          <p:cNvPr id="7" name="Text Placeholder 6"/>
          <p:cNvSpPr>
            <a:spLocks noGrp="1"/>
          </p:cNvSpPr>
          <p:nvPr>
            <p:ph type="body" sz="quarter" idx="22"/>
          </p:nvPr>
        </p:nvSpPr>
        <p:spPr/>
        <p:txBody>
          <a:bodyPr/>
          <a:lstStyle/>
          <a:p>
            <a:r>
              <a:rPr lang="en-US" dirty="0" smtClean="0"/>
              <a:t>Daily care Swimming Pools</a:t>
            </a:r>
            <a:endParaRPr lang="en-US" dirty="0"/>
          </a:p>
        </p:txBody>
      </p:sp>
      <p:sp>
        <p:nvSpPr>
          <p:cNvPr id="10" name="Text Placeholder 9"/>
          <p:cNvSpPr>
            <a:spLocks noGrp="1"/>
          </p:cNvSpPr>
          <p:nvPr>
            <p:ph type="body" sz="quarter" idx="25"/>
          </p:nvPr>
        </p:nvSpPr>
        <p:spPr/>
        <p:txBody>
          <a:bodyPr/>
          <a:lstStyle/>
          <a:p>
            <a:endParaRPr lang="en-US" dirty="0" smtClean="0"/>
          </a:p>
          <a:p>
            <a:endParaRPr lang="en-US" dirty="0" smtClean="0"/>
          </a:p>
          <a:p>
            <a:endParaRPr lang="en-US" dirty="0"/>
          </a:p>
        </p:txBody>
      </p:sp>
      <p:sp>
        <p:nvSpPr>
          <p:cNvPr id="11" name="Text Placeholder 10"/>
          <p:cNvSpPr>
            <a:spLocks noGrp="1"/>
          </p:cNvSpPr>
          <p:nvPr>
            <p:ph type="body" sz="quarter" idx="26"/>
          </p:nvPr>
        </p:nvSpPr>
        <p:spPr/>
        <p:txBody>
          <a:bodyPr/>
          <a:lstStyle/>
          <a:p>
            <a:endParaRPr lang="en-US" dirty="0" smtClean="0"/>
          </a:p>
          <a:p>
            <a:endParaRPr lang="en-US" dirty="0"/>
          </a:p>
        </p:txBody>
      </p:sp>
      <p:sp>
        <p:nvSpPr>
          <p:cNvPr id="28" name="Text Placeholder 27"/>
          <p:cNvSpPr>
            <a:spLocks noGrp="1"/>
          </p:cNvSpPr>
          <p:nvPr>
            <p:ph type="body" sz="quarter" idx="28"/>
          </p:nvPr>
        </p:nvSpPr>
        <p:spPr/>
        <p:txBody>
          <a:bodyPr/>
          <a:lstStyle/>
          <a:p>
            <a:endParaRPr lang="en-US"/>
          </a:p>
        </p:txBody>
      </p:sp>
      <p:sp>
        <p:nvSpPr>
          <p:cNvPr id="29" name="Text Placeholder 28"/>
          <p:cNvSpPr>
            <a:spLocks noGrp="1"/>
          </p:cNvSpPr>
          <p:nvPr>
            <p:ph type="body" sz="quarter" idx="29"/>
          </p:nvPr>
        </p:nvSpPr>
        <p:spPr/>
        <p:txBody>
          <a:bodyPr/>
          <a:lstStyle/>
          <a:p>
            <a:endParaRPr lang="en-US"/>
          </a:p>
        </p:txBody>
      </p:sp>
      <p:pic>
        <p:nvPicPr>
          <p:cNvPr id="17" name="Picture 16" descr="Replace with your logo" title="Sample logo"/>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42306" y="13930695"/>
            <a:ext cx="278339" cy="96845"/>
          </a:xfrm>
          <a:prstGeom prst="rect">
            <a:avLst/>
          </a:prstGeom>
        </p:spPr>
      </p:pic>
      <p:cxnSp>
        <p:nvCxnSpPr>
          <p:cNvPr id="18" name="Straight Connector 17"/>
          <p:cNvCxnSpPr/>
          <p:nvPr/>
        </p:nvCxnSpPr>
        <p:spPr>
          <a:xfrm>
            <a:off x="3291840" y="0"/>
            <a:ext cx="0" cy="7772400"/>
          </a:xfrm>
          <a:prstGeom prst="line">
            <a:avLst/>
          </a:prstGeom>
          <a:ln>
            <a:solidFill>
              <a:srgbClr val="C8C8C8"/>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675120" y="0"/>
            <a:ext cx="0" cy="7772400"/>
          </a:xfrm>
          <a:prstGeom prst="line">
            <a:avLst/>
          </a:prstGeom>
          <a:ln>
            <a:solidFill>
              <a:srgbClr val="C8C8C8"/>
            </a:solidFill>
            <a:prstDash val="dash"/>
          </a:ln>
        </p:spPr>
        <p:style>
          <a:lnRef idx="1">
            <a:schemeClr val="accent1"/>
          </a:lnRef>
          <a:fillRef idx="0">
            <a:schemeClr val="accent1"/>
          </a:fillRef>
          <a:effectRef idx="0">
            <a:schemeClr val="accent1"/>
          </a:effectRef>
          <a:fontRef idx="minor">
            <a:schemeClr val="tx1"/>
          </a:fontRef>
        </p:style>
      </p:cxnSp>
      <p:pic>
        <p:nvPicPr>
          <p:cNvPr id="1026" name="Picture 2" descr="Image result for splash image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1880" y="7063225"/>
            <a:ext cx="746600" cy="5039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splash image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6040812">
            <a:off x="5662438" y="647240"/>
            <a:ext cx="770224" cy="56384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ool images charm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398892" y="574548"/>
            <a:ext cx="2509966" cy="2423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1344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0"/>
          </p:nvPr>
        </p:nvSpPr>
        <p:spPr/>
        <p:txBody>
          <a:bodyPr/>
          <a:lstStyle/>
          <a:p>
            <a:r>
              <a:rPr lang="en-US" dirty="0" smtClean="0"/>
              <a:t>PCleaner is capable of comforting you from regular cleaning of your swimming pool !</a:t>
            </a:r>
            <a:endParaRPr lang="en-US" dirty="0"/>
          </a:p>
        </p:txBody>
      </p:sp>
      <p:sp>
        <p:nvSpPr>
          <p:cNvPr id="3" name="Text Placeholder 2"/>
          <p:cNvSpPr>
            <a:spLocks noGrp="1"/>
          </p:cNvSpPr>
          <p:nvPr>
            <p:ph type="body" sz="quarter" idx="31"/>
          </p:nvPr>
        </p:nvSpPr>
        <p:spPr/>
        <p:txBody>
          <a:bodyPr/>
          <a:lstStyle/>
          <a:p>
            <a:pPr marL="0" indent="0">
              <a:buNone/>
            </a:pPr>
            <a:r>
              <a:rPr lang="en-US" dirty="0" smtClean="0">
                <a:solidFill>
                  <a:schemeClr val="accent1"/>
                </a:solidFill>
              </a:rPr>
              <a:t>PCleaner can provide you daily care for your rectangular average sized pool best</a:t>
            </a:r>
            <a:r>
              <a:rPr lang="en-US" dirty="0" smtClean="0"/>
              <a:t>. </a:t>
            </a:r>
          </a:p>
          <a:p>
            <a:pPr marL="0" indent="0">
              <a:buNone/>
            </a:pPr>
            <a:r>
              <a:rPr lang="en-US" dirty="0" smtClean="0"/>
              <a:t>It</a:t>
            </a:r>
            <a:r>
              <a:rPr lang="en-US" dirty="0" smtClean="0"/>
              <a:t>’s also very efficient and  consumes less time more than you can imagine.</a:t>
            </a:r>
            <a:endParaRPr lang="en-US" dirty="0"/>
          </a:p>
        </p:txBody>
      </p:sp>
      <p:sp>
        <p:nvSpPr>
          <p:cNvPr id="4" name="Text Placeholder 3"/>
          <p:cNvSpPr>
            <a:spLocks noGrp="1"/>
          </p:cNvSpPr>
          <p:nvPr>
            <p:ph type="body" sz="quarter" idx="36"/>
          </p:nvPr>
        </p:nvSpPr>
        <p:spPr>
          <a:xfrm>
            <a:off x="434340" y="3040649"/>
            <a:ext cx="2423160" cy="409096"/>
          </a:xfrm>
        </p:spPr>
        <p:txBody>
          <a:bodyPr/>
          <a:lstStyle/>
          <a:p>
            <a:r>
              <a:rPr lang="en-US" dirty="0" smtClean="0"/>
              <a:t>Keeps you in your comfort zone </a:t>
            </a:r>
            <a:r>
              <a:rPr lang="en-US" dirty="0" smtClean="0"/>
              <a:t>and </a:t>
            </a:r>
            <a:r>
              <a:rPr lang="en-US" dirty="0"/>
              <a:t>E</a:t>
            </a:r>
            <a:r>
              <a:rPr lang="en-US" dirty="0" smtClean="0"/>
              <a:t>ffortless !</a:t>
            </a:r>
            <a:endParaRPr lang="en-US" dirty="0"/>
          </a:p>
        </p:txBody>
      </p:sp>
      <p:sp>
        <p:nvSpPr>
          <p:cNvPr id="5" name="Text Placeholder 4"/>
          <p:cNvSpPr>
            <a:spLocks noGrp="1"/>
          </p:cNvSpPr>
          <p:nvPr>
            <p:ph type="body" sz="quarter" idx="37"/>
          </p:nvPr>
        </p:nvSpPr>
        <p:spPr>
          <a:xfrm>
            <a:off x="388620" y="3457071"/>
            <a:ext cx="2423160" cy="626510"/>
          </a:xfrm>
        </p:spPr>
        <p:txBody>
          <a:bodyPr/>
          <a:lstStyle/>
          <a:p>
            <a:r>
              <a:rPr lang="en-US" dirty="0" smtClean="0"/>
              <a:t>If you usually ask some total stranger to come regularly to clean your pool surface, we can ask </a:t>
            </a:r>
            <a:r>
              <a:rPr lang="en-US" b="1" i="1" dirty="0" smtClean="0"/>
              <a:t>PCleaner  </a:t>
            </a:r>
            <a:r>
              <a:rPr lang="en-US" dirty="0" smtClean="0"/>
              <a:t>to do it quickly for you.</a:t>
            </a:r>
          </a:p>
          <a:p>
            <a:r>
              <a:rPr lang="en-US" dirty="0" smtClean="0"/>
              <a:t>If you clean your pool yourself, </a:t>
            </a:r>
            <a:r>
              <a:rPr lang="en-US" dirty="0" smtClean="0"/>
              <a:t>no need for that now. Just push the start button and it’s done!</a:t>
            </a:r>
            <a:endParaRPr lang="en-US" dirty="0"/>
          </a:p>
        </p:txBody>
      </p:sp>
      <p:sp>
        <p:nvSpPr>
          <p:cNvPr id="7" name="Text Placeholder 6"/>
          <p:cNvSpPr>
            <a:spLocks noGrp="1"/>
          </p:cNvSpPr>
          <p:nvPr>
            <p:ph type="body" sz="quarter" idx="43"/>
          </p:nvPr>
        </p:nvSpPr>
        <p:spPr/>
        <p:txBody>
          <a:bodyPr/>
          <a:lstStyle/>
          <a:p>
            <a:pPr marL="0" indent="0">
              <a:buNone/>
            </a:pPr>
            <a:r>
              <a:rPr lang="en-US" b="1" i="1" dirty="0" smtClean="0"/>
              <a:t>Pcleaner </a:t>
            </a:r>
            <a:r>
              <a:rPr lang="en-US" dirty="0" smtClean="0"/>
              <a:t>can do it for you !</a:t>
            </a:r>
          </a:p>
          <a:p>
            <a:pPr marL="0" indent="0">
              <a:buNone/>
            </a:pPr>
            <a:r>
              <a:rPr lang="en-US" dirty="0"/>
              <a:t>PCleaner can provide you daily care for your rectangular average sized pool best. </a:t>
            </a:r>
            <a:endParaRPr lang="en-US" dirty="0" smtClean="0"/>
          </a:p>
          <a:p>
            <a:pPr marL="0" indent="0">
              <a:buNone/>
            </a:pPr>
            <a:r>
              <a:rPr lang="en-US" dirty="0"/>
              <a:t>If you usually ask some total stranger to come regularly to clean your pool surface, we can ask </a:t>
            </a:r>
            <a:r>
              <a:rPr lang="en-US" b="1" i="1" dirty="0"/>
              <a:t>PCleaner  </a:t>
            </a:r>
            <a:r>
              <a:rPr lang="en-US" dirty="0"/>
              <a:t>to do it quickly for </a:t>
            </a:r>
            <a:r>
              <a:rPr lang="en-US" dirty="0" smtClean="0"/>
              <a:t>you.</a:t>
            </a:r>
          </a:p>
          <a:p>
            <a:pPr marL="0" indent="0">
              <a:buNone/>
            </a:pPr>
            <a:r>
              <a:rPr lang="en-US" dirty="0"/>
              <a:t>It’s also very efficient and  consumes less time more than you can imagine.</a:t>
            </a:r>
          </a:p>
          <a:p>
            <a:pPr marL="0" indent="0">
              <a:buNone/>
            </a:pPr>
            <a:endParaRPr lang="en-US" dirty="0"/>
          </a:p>
        </p:txBody>
      </p:sp>
      <p:sp>
        <p:nvSpPr>
          <p:cNvPr id="8" name="Text Placeholder 7"/>
          <p:cNvSpPr>
            <a:spLocks noGrp="1"/>
          </p:cNvSpPr>
          <p:nvPr>
            <p:ph type="body" sz="quarter" idx="48"/>
          </p:nvPr>
        </p:nvSpPr>
        <p:spPr/>
        <p:txBody>
          <a:bodyPr/>
          <a:lstStyle/>
          <a:p>
            <a:pPr marL="0" indent="0">
              <a:buNone/>
            </a:pPr>
            <a:r>
              <a:rPr lang="en-US" sz="1400" dirty="0"/>
              <a:t>Robots can do it for you </a:t>
            </a:r>
            <a:r>
              <a:rPr lang="en-US" dirty="0" smtClean="0"/>
              <a:t>!</a:t>
            </a:r>
            <a:endParaRPr lang="en-US" dirty="0"/>
          </a:p>
          <a:p>
            <a:pPr marL="0" indent="0">
              <a:buNone/>
            </a:pPr>
            <a:r>
              <a:rPr lang="en-US" sz="1600" dirty="0">
                <a:solidFill>
                  <a:schemeClr val="accent1"/>
                </a:solidFill>
              </a:rPr>
              <a:t>Just place </a:t>
            </a:r>
            <a:r>
              <a:rPr lang="en-US" sz="1600" b="1" i="1" dirty="0">
                <a:solidFill>
                  <a:schemeClr val="accent1"/>
                </a:solidFill>
              </a:rPr>
              <a:t>PCleaner </a:t>
            </a:r>
            <a:r>
              <a:rPr lang="en-US" sz="1600" dirty="0">
                <a:solidFill>
                  <a:schemeClr val="accent1"/>
                </a:solidFill>
              </a:rPr>
              <a:t>at the water and push the </a:t>
            </a:r>
            <a:r>
              <a:rPr lang="en-US" sz="1600" b="1" i="1" dirty="0">
                <a:solidFill>
                  <a:schemeClr val="accent1"/>
                </a:solidFill>
              </a:rPr>
              <a:t>start </a:t>
            </a:r>
            <a:r>
              <a:rPr lang="en-US" sz="1600" dirty="0">
                <a:solidFill>
                  <a:schemeClr val="accent1"/>
                </a:solidFill>
              </a:rPr>
              <a:t>button. </a:t>
            </a:r>
            <a:endParaRPr lang="en-US" sz="1600" b="1" i="1" dirty="0">
              <a:solidFill>
                <a:schemeClr val="accent1"/>
              </a:solidFill>
            </a:endParaRPr>
          </a:p>
          <a:p>
            <a:pPr marL="0" indent="0">
              <a:buNone/>
            </a:pPr>
            <a:r>
              <a:rPr lang="en-US" sz="1200" dirty="0" smtClean="0"/>
              <a:t>PCleaner can provide you daily care for your rectangular average sized pool best PCleaner can provide you daily care for your rectangular average sized pool best.</a:t>
            </a:r>
            <a:endParaRPr lang="en-US" sz="1200" dirty="0"/>
          </a:p>
        </p:txBody>
      </p:sp>
      <p:sp>
        <p:nvSpPr>
          <p:cNvPr id="9" name="Text Placeholder 8"/>
          <p:cNvSpPr>
            <a:spLocks noGrp="1"/>
          </p:cNvSpPr>
          <p:nvPr>
            <p:ph type="body" sz="quarter" idx="49"/>
          </p:nvPr>
        </p:nvSpPr>
        <p:spPr/>
        <p:txBody>
          <a:bodyPr/>
          <a:lstStyle/>
          <a:p>
            <a:r>
              <a:rPr lang="en-US" dirty="0" smtClean="0">
                <a:solidFill>
                  <a:schemeClr val="accent1"/>
                </a:solidFill>
              </a:rPr>
              <a:t>Pcleaner lets you enjoy your own private pool even more !</a:t>
            </a:r>
            <a:endParaRPr lang="en-US" dirty="0">
              <a:solidFill>
                <a:schemeClr val="accent1"/>
              </a:solidFill>
            </a:endParaRPr>
          </a:p>
        </p:txBody>
      </p:sp>
      <p:sp>
        <p:nvSpPr>
          <p:cNvPr id="12" name="Text Placeholder 11"/>
          <p:cNvSpPr>
            <a:spLocks noGrp="1"/>
          </p:cNvSpPr>
          <p:nvPr>
            <p:ph type="body" sz="quarter" idx="29"/>
          </p:nvPr>
        </p:nvSpPr>
        <p:spPr>
          <a:xfrm>
            <a:off x="434340" y="2010962"/>
            <a:ext cx="2423160" cy="36576"/>
          </a:xfrm>
        </p:spPr>
        <p:txBody>
          <a:bodyPr/>
          <a:lstStyle/>
          <a:p>
            <a:endParaRPr lang="en-US" dirty="0"/>
          </a:p>
        </p:txBody>
      </p:sp>
      <p:sp>
        <p:nvSpPr>
          <p:cNvPr id="13" name="Text Placeholder 12"/>
          <p:cNvSpPr>
            <a:spLocks noGrp="1"/>
          </p:cNvSpPr>
          <p:nvPr>
            <p:ph type="body" sz="quarter" idx="51"/>
          </p:nvPr>
        </p:nvSpPr>
        <p:spPr/>
        <p:txBody>
          <a:bodyPr/>
          <a:lstStyle/>
          <a:p>
            <a:endParaRPr lang="en-US" dirty="0"/>
          </a:p>
        </p:txBody>
      </p:sp>
      <p:sp>
        <p:nvSpPr>
          <p:cNvPr id="14" name="Text Placeholder 13"/>
          <p:cNvSpPr>
            <a:spLocks noGrp="1"/>
          </p:cNvSpPr>
          <p:nvPr>
            <p:ph type="body" sz="quarter" idx="52"/>
          </p:nvPr>
        </p:nvSpPr>
        <p:spPr/>
        <p:txBody>
          <a:bodyPr/>
          <a:lstStyle/>
          <a:p>
            <a:r>
              <a:rPr lang="en-US" dirty="0" smtClean="0"/>
              <a:t>Regular Clean pool in NO TIME !</a:t>
            </a:r>
            <a:endParaRPr lang="en-US" dirty="0"/>
          </a:p>
        </p:txBody>
      </p:sp>
      <p:sp>
        <p:nvSpPr>
          <p:cNvPr id="15" name="Text Placeholder 14"/>
          <p:cNvSpPr>
            <a:spLocks noGrp="1"/>
          </p:cNvSpPr>
          <p:nvPr>
            <p:ph type="body" sz="quarter" idx="53"/>
          </p:nvPr>
        </p:nvSpPr>
        <p:spPr/>
        <p:txBody>
          <a:bodyPr/>
          <a:lstStyle/>
          <a:p>
            <a:endParaRPr lang="en-US" dirty="0"/>
          </a:p>
        </p:txBody>
      </p:sp>
      <p:sp>
        <p:nvSpPr>
          <p:cNvPr id="17" name="Text Placeholder 16"/>
          <p:cNvSpPr>
            <a:spLocks noGrp="1"/>
          </p:cNvSpPr>
          <p:nvPr>
            <p:ph type="body" sz="quarter" idx="55"/>
          </p:nvPr>
        </p:nvSpPr>
        <p:spPr/>
        <p:txBody>
          <a:bodyPr/>
          <a:lstStyle/>
          <a:p>
            <a:r>
              <a:rPr lang="en-US" dirty="0" smtClean="0"/>
              <a:t>“</a:t>
            </a:r>
            <a:endParaRPr lang="en-US" dirty="0"/>
          </a:p>
        </p:txBody>
      </p:sp>
      <p:sp>
        <p:nvSpPr>
          <p:cNvPr id="18" name="Text Placeholder 17"/>
          <p:cNvSpPr>
            <a:spLocks noGrp="1"/>
          </p:cNvSpPr>
          <p:nvPr>
            <p:ph type="body" sz="quarter" idx="56"/>
          </p:nvPr>
        </p:nvSpPr>
        <p:spPr>
          <a:xfrm>
            <a:off x="7159752" y="3040649"/>
            <a:ext cx="2444114" cy="618420"/>
          </a:xfrm>
        </p:spPr>
        <p:txBody>
          <a:bodyPr/>
          <a:lstStyle/>
          <a:p>
            <a:pPr marL="91440" indent="0">
              <a:buNone/>
            </a:pPr>
            <a:r>
              <a:rPr lang="en-US" sz="1100" dirty="0"/>
              <a:t>PCleaner is capable of comforting you from regular cleaning of your swimming pool !</a:t>
            </a:r>
          </a:p>
          <a:p>
            <a:endParaRPr lang="en-US" dirty="0"/>
          </a:p>
        </p:txBody>
      </p:sp>
      <p:sp>
        <p:nvSpPr>
          <p:cNvPr id="19" name="Text Placeholder 18"/>
          <p:cNvSpPr>
            <a:spLocks noGrp="1"/>
          </p:cNvSpPr>
          <p:nvPr>
            <p:ph type="body" sz="quarter" idx="57"/>
          </p:nvPr>
        </p:nvSpPr>
        <p:spPr/>
        <p:txBody>
          <a:bodyPr/>
          <a:lstStyle/>
          <a:p>
            <a:r>
              <a:rPr lang="en-US" dirty="0" smtClean="0"/>
              <a:t>Sanitized Pool all th</a:t>
            </a:r>
            <a:r>
              <a:rPr lang="en-US" dirty="0" smtClean="0"/>
              <a:t>e time</a:t>
            </a:r>
            <a:endParaRPr lang="en-US" dirty="0"/>
          </a:p>
        </p:txBody>
      </p:sp>
      <p:sp>
        <p:nvSpPr>
          <p:cNvPr id="20" name="Text Placeholder 19"/>
          <p:cNvSpPr>
            <a:spLocks noGrp="1"/>
          </p:cNvSpPr>
          <p:nvPr>
            <p:ph type="body" sz="quarter" idx="58"/>
          </p:nvPr>
        </p:nvSpPr>
        <p:spPr/>
        <p:txBody>
          <a:bodyPr/>
          <a:lstStyle/>
          <a:p>
            <a:endParaRPr lang="en-US" dirty="0"/>
          </a:p>
        </p:txBody>
      </p:sp>
      <p:cxnSp>
        <p:nvCxnSpPr>
          <p:cNvPr id="21" name="Straight Connector 20"/>
          <p:cNvCxnSpPr/>
          <p:nvPr/>
        </p:nvCxnSpPr>
        <p:spPr>
          <a:xfrm>
            <a:off x="6766560" y="0"/>
            <a:ext cx="0" cy="7772400"/>
          </a:xfrm>
          <a:prstGeom prst="line">
            <a:avLst/>
          </a:prstGeom>
          <a:ln>
            <a:solidFill>
              <a:srgbClr val="C8C8C8"/>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
          <p:cNvCxnSpPr/>
          <p:nvPr/>
        </p:nvCxnSpPr>
        <p:spPr>
          <a:xfrm>
            <a:off x="3383280" y="0"/>
            <a:ext cx="0" cy="7772400"/>
          </a:xfrm>
          <a:prstGeom prst="line">
            <a:avLst/>
          </a:prstGeom>
          <a:ln>
            <a:solidFill>
              <a:srgbClr val="C8C8C8"/>
            </a:solidFill>
            <a:prstDash val="dash"/>
          </a:ln>
        </p:spPr>
        <p:style>
          <a:lnRef idx="1">
            <a:schemeClr val="accent1"/>
          </a:lnRef>
          <a:fillRef idx="0">
            <a:schemeClr val="accent1"/>
          </a:fillRef>
          <a:effectRef idx="0">
            <a:schemeClr val="accent1"/>
          </a:effectRef>
          <a:fontRef idx="minor">
            <a:schemeClr val="tx1"/>
          </a:fontRef>
        </p:style>
      </p:cxnSp>
      <p:pic>
        <p:nvPicPr>
          <p:cNvPr id="2050" name="Picture 2" descr="Image result for pool images charm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39" y="4784651"/>
            <a:ext cx="2423161" cy="154502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pool images charm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3480" y="856691"/>
            <a:ext cx="1257299" cy="2815789"/>
          </a:xfrm>
          <a:prstGeom prst="rect">
            <a:avLst/>
          </a:prstGeom>
          <a:noFill/>
          <a:extLst>
            <a:ext uri="{909E8E84-426E-40DD-AFC4-6F175D3DCCD1}">
              <a14:hiddenFill xmlns:a14="http://schemas.microsoft.com/office/drawing/2010/main">
                <a:solidFill>
                  <a:srgbClr val="FFFFFF"/>
                </a:solidFill>
              </a14:hiddenFill>
            </a:ext>
          </a:extLst>
        </p:spPr>
      </p:pic>
      <p:sp>
        <p:nvSpPr>
          <p:cNvPr id="25" name="Text Placeholder 24"/>
          <p:cNvSpPr>
            <a:spLocks noGrp="1"/>
          </p:cNvSpPr>
          <p:nvPr>
            <p:ph type="body" sz="quarter" idx="42"/>
          </p:nvPr>
        </p:nvSpPr>
        <p:spPr/>
        <p:txBody>
          <a:bodyPr/>
          <a:lstStyle/>
          <a:p>
            <a:r>
              <a:rPr lang="en-US" sz="1400" b="1" dirty="0">
                <a:solidFill>
                  <a:schemeClr val="tx1"/>
                </a:solidFill>
              </a:rPr>
              <a:t>Keeps you in your comfort zone and Effortless !</a:t>
            </a:r>
            <a:endParaRPr lang="en-US" sz="1400" b="1" dirty="0">
              <a:solidFill>
                <a:schemeClr val="tx1"/>
              </a:solidFill>
            </a:endParaRPr>
          </a:p>
        </p:txBody>
      </p:sp>
      <p:sp>
        <p:nvSpPr>
          <p:cNvPr id="26" name="Text Placeholder 25"/>
          <p:cNvSpPr>
            <a:spLocks noGrp="1"/>
          </p:cNvSpPr>
          <p:nvPr>
            <p:ph type="body" sz="quarter" idx="54"/>
          </p:nvPr>
        </p:nvSpPr>
        <p:spPr>
          <a:xfrm>
            <a:off x="7159752" y="2354879"/>
            <a:ext cx="2444114" cy="808075"/>
          </a:xfrm>
        </p:spPr>
        <p:txBody>
          <a:bodyPr/>
          <a:lstStyle/>
          <a:p>
            <a:pPr marL="91440" indent="0">
              <a:buNone/>
            </a:pPr>
            <a:r>
              <a:rPr lang="en-US" sz="1100" dirty="0"/>
              <a:t>If you clean your pool yourself, no need for that now. Just push the start button and </a:t>
            </a:r>
            <a:r>
              <a:rPr lang="en-US" sz="1100" dirty="0" smtClean="0"/>
              <a:t>it’s done</a:t>
            </a:r>
            <a:r>
              <a:rPr lang="en-US" sz="1100" dirty="0"/>
              <a:t>!</a:t>
            </a:r>
            <a:endParaRPr lang="en-US" sz="1100" dirty="0"/>
          </a:p>
        </p:txBody>
      </p:sp>
    </p:spTree>
    <p:extLst>
      <p:ext uri="{BB962C8B-B14F-4D97-AF65-F5344CB8AC3E}">
        <p14:creationId xmlns:p14="http://schemas.microsoft.com/office/powerpoint/2010/main" val="1355467603"/>
      </p:ext>
    </p:extLst>
  </p:cSld>
  <p:clrMapOvr>
    <a:masterClrMapping/>
  </p:clrMapOvr>
</p:sld>
</file>

<file path=ppt/theme/theme1.xml><?xml version="1.0" encoding="utf-8"?>
<a:theme xmlns:a="http://schemas.openxmlformats.org/drawingml/2006/main" name="Black Brochure 11 x 8.5">
  <a:themeElements>
    <a:clrScheme name="Black Brochure">
      <a:dk1>
        <a:sysClr val="windowText" lastClr="000000"/>
      </a:dk1>
      <a:lt1>
        <a:sysClr val="window" lastClr="FFFFFF"/>
      </a:lt1>
      <a:dk2>
        <a:srgbClr val="000000"/>
      </a:dk2>
      <a:lt2>
        <a:srgbClr val="F8F8F8"/>
      </a:lt2>
      <a:accent1>
        <a:srgbClr val="EF462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ckBrochure.potx" id="{E82E603B-C300-4B3A-8D8B-62F7AA018760}" vid="{6A0FD953-A5A3-4406-8679-4C255090AC8E}"/>
    </a:ext>
  </a:extLst>
</a:theme>
</file>

<file path=ppt/theme/theme2.xml><?xml version="1.0" encoding="utf-8"?>
<a:theme xmlns:a="http://schemas.openxmlformats.org/drawingml/2006/main" name="Office Theme">
  <a:themeElements>
    <a:clrScheme name="Black Brochure">
      <a:dk1>
        <a:sysClr val="windowText" lastClr="000000"/>
      </a:dk1>
      <a:lt1>
        <a:sysClr val="window" lastClr="FFFFFF"/>
      </a:lt1>
      <a:dk2>
        <a:srgbClr val="000000"/>
      </a:dk2>
      <a:lt2>
        <a:srgbClr val="F8F8F8"/>
      </a:lt2>
      <a:accent1>
        <a:srgbClr val="EF462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lack Brochure">
      <a:dk1>
        <a:sysClr val="windowText" lastClr="000000"/>
      </a:dk1>
      <a:lt1>
        <a:sysClr val="window" lastClr="FFFFFF"/>
      </a:lt1>
      <a:dk2>
        <a:srgbClr val="000000"/>
      </a:dk2>
      <a:lt2>
        <a:srgbClr val="F8F8F8"/>
      </a:lt2>
      <a:accent1>
        <a:srgbClr val="EF462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50E548-EB92-45B1-BD32-B49FA21BA3C1}">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492355CA-56AF-4BDE-95DC-9786C08C81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C3927621-33BA-4C7B-B00E-AAFA1CE7DB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547</Words>
  <Application>Microsoft Office PowerPoint</Application>
  <PresentationFormat>Custom</PresentationFormat>
  <Paragraphs>40</Paragraphs>
  <Slides>2</Slides>
  <Notes>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vt:i4>
      </vt:variant>
    </vt:vector>
  </HeadingPairs>
  <TitlesOfParts>
    <vt:vector size="4" baseType="lpstr">
      <vt:lpstr>Arial</vt:lpstr>
      <vt:lpstr>Black Brochure 11 x 8.5</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2013-07-31T14:07:30Z</dcterms:created>
  <dcterms:modified xsi:type="dcterms:W3CDTF">2019-05-22T06:57:11Z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ies>
</file>