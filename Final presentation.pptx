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omments/comment1.xml" ContentType="application/vnd.openxmlformats-officedocument.presentationml.comments+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bookmarkIdSeed="2">
  <p:sldMasterIdLst>
    <p:sldMasterId id="2147483684" r:id="rId1"/>
  </p:sldMasterIdLst>
  <p:sldIdLst>
    <p:sldId id="256" r:id="rId2"/>
    <p:sldId id="289" r:id="rId3"/>
    <p:sldId id="257" r:id="rId4"/>
    <p:sldId id="258" r:id="rId5"/>
    <p:sldId id="290" r:id="rId6"/>
    <p:sldId id="291" r:id="rId7"/>
    <p:sldId id="292" r:id="rId8"/>
    <p:sldId id="293" r:id="rId9"/>
    <p:sldId id="294" r:id="rId10"/>
    <p:sldId id="295" r:id="rId11"/>
    <p:sldId id="259" r:id="rId12"/>
    <p:sldId id="260" r:id="rId13"/>
    <p:sldId id="296" r:id="rId14"/>
    <p:sldId id="263" r:id="rId15"/>
    <p:sldId id="262" r:id="rId16"/>
    <p:sldId id="264" r:id="rId17"/>
    <p:sldId id="265" r:id="rId18"/>
    <p:sldId id="267" r:id="rId19"/>
    <p:sldId id="268" r:id="rId20"/>
    <p:sldId id="298" r:id="rId21"/>
    <p:sldId id="297" r:id="rId22"/>
    <p:sldId id="299" r:id="rId23"/>
    <p:sldId id="300" r:id="rId24"/>
    <p:sldId id="269" r:id="rId25"/>
    <p:sldId id="270" r:id="rId26"/>
    <p:sldId id="301" r:id="rId27"/>
    <p:sldId id="271" r:id="rId28"/>
    <p:sldId id="302" r:id="rId29"/>
    <p:sldId id="273" r:id="rId30"/>
    <p:sldId id="303" r:id="rId31"/>
    <p:sldId id="304" r:id="rId32"/>
    <p:sldId id="305" r:id="rId33"/>
    <p:sldId id="306" r:id="rId34"/>
    <p:sldId id="275" r:id="rId35"/>
    <p:sldId id="307" r:id="rId3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uthor" initials="A" lastIdx="1" clrIdx="0">
    <p:extLst>
      <p:ext uri="{19B8F6BF-5375-455C-9EA6-DF929625EA0E}">
        <p15:presenceInfo xmlns:p15="http://schemas.microsoft.com/office/powerpoint/2012/main" userId="Author"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8" d="100"/>
          <a:sy n="88" d="100"/>
        </p:scale>
        <p:origin x="494" y="6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commentAuthors" Target="commentAuthors.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6.xml"/><Relationship Id="rId1" Type="http://schemas.microsoft.com/office/2011/relationships/chartStyle" Target="style6.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960" b="0" i="0" u="none" strike="noStrike" kern="1200" spc="0" baseline="0">
                <a:solidFill>
                  <a:schemeClr val="tx1">
                    <a:lumMod val="65000"/>
                    <a:lumOff val="35000"/>
                  </a:schemeClr>
                </a:solidFill>
                <a:latin typeface="+mn-lt"/>
                <a:ea typeface="+mn-ea"/>
                <a:cs typeface="+mn-cs"/>
              </a:defRPr>
            </a:pPr>
            <a:r>
              <a:rPr lang="en-US"/>
              <a:t>Would you buy this product/service if it was available ?</a:t>
            </a:r>
          </a:p>
        </c:rich>
      </c:tx>
      <c:layout/>
      <c:overlay val="0"/>
      <c:spPr>
        <a:noFill/>
        <a:ln>
          <a:noFill/>
        </a:ln>
        <a:effectLst/>
      </c:spPr>
      <c:txPr>
        <a:bodyPr rot="0" spcFirstLastPara="1" vertOverflow="ellipsis" vert="horz" wrap="square" anchor="ctr" anchorCtr="1"/>
        <a:lstStyle/>
        <a:p>
          <a:pPr>
            <a:defRPr sz="96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pieChart>
        <c:varyColors val="1"/>
        <c:ser>
          <c:idx val="0"/>
          <c:order val="0"/>
          <c:tx>
            <c:strRef>
              <c:f>Sheet1!$B$1</c:f>
              <c:strCache>
                <c:ptCount val="1"/>
                <c:pt idx="0">
                  <c:v>Sales</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7C30-48C0-AC68-69108F090A38}"/>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7C30-48C0-AC68-69108F090A38}"/>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7C30-48C0-AC68-69108F090A38}"/>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7-7C30-48C0-AC68-69108F090A38}"/>
              </c:ext>
            </c:extLst>
          </c:dPt>
          <c:dLbls>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15:layout/>
              </c:ext>
            </c:extLst>
          </c:dLbls>
          <c:cat>
            <c:strRef>
              <c:f>Sheet1!$A$2:$A$5</c:f>
              <c:strCache>
                <c:ptCount val="2"/>
                <c:pt idx="0">
                  <c:v>YES</c:v>
                </c:pt>
                <c:pt idx="1">
                  <c:v>NO</c:v>
                </c:pt>
              </c:strCache>
            </c:strRef>
          </c:cat>
          <c:val>
            <c:numRef>
              <c:f>Sheet1!$B$2:$B$5</c:f>
              <c:numCache>
                <c:formatCode>General</c:formatCode>
                <c:ptCount val="4"/>
                <c:pt idx="0">
                  <c:v>6.5</c:v>
                </c:pt>
                <c:pt idx="1">
                  <c:v>3.5</c:v>
                </c:pt>
              </c:numCache>
            </c:numRef>
          </c:val>
          <c:extLst>
            <c:ext xmlns:c16="http://schemas.microsoft.com/office/drawing/2014/chart" uri="{C3380CC4-5D6E-409C-BE32-E72D297353CC}">
              <c16:uniqueId val="{00000008-7C30-48C0-AC68-69108F090A38}"/>
            </c:ext>
          </c:extLst>
        </c:ser>
        <c:dLbls>
          <c:showLegendKey val="0"/>
          <c:showVal val="0"/>
          <c:showCatName val="0"/>
          <c:showSerName val="0"/>
          <c:showPercent val="1"/>
          <c:showBubbleSize val="0"/>
          <c:showLeaderLines val="1"/>
        </c:dLbls>
        <c:firstSliceAng val="0"/>
      </c:pieChart>
      <c:spPr>
        <a:noFill/>
        <a:ln>
          <a:noFill/>
        </a:ln>
        <a:effectLst/>
      </c:spPr>
    </c:plotArea>
    <c:legend>
      <c:legendPos val="t"/>
      <c:layout>
        <c:manualLayout>
          <c:xMode val="edge"/>
          <c:yMode val="edge"/>
          <c:x val="0.33613112184573957"/>
          <c:y val="0.26094239830238952"/>
          <c:w val="0.23692487337194415"/>
          <c:h val="0.10635454722815382"/>
        </c:manualLayout>
      </c:layout>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sz="800"/>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sz="1000" dirty="0" smtClean="0"/>
              <a:t>Have you ever paid</a:t>
            </a:r>
            <a:r>
              <a:rPr lang="en-US" sz="1000" baseline="0" dirty="0" smtClean="0"/>
              <a:t> for this product/ service elsewhere?</a:t>
            </a:r>
            <a:endParaRPr lang="en-US" sz="1000" dirty="0"/>
          </a:p>
        </c:rich>
      </c:tx>
      <c:layout/>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pieChart>
        <c:varyColors val="1"/>
        <c:ser>
          <c:idx val="0"/>
          <c:order val="0"/>
          <c:tx>
            <c:strRef>
              <c:f>Sheet1!$B$1</c:f>
              <c:strCache>
                <c:ptCount val="1"/>
                <c:pt idx="0">
                  <c:v>Sales</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53BC-442A-ACCA-F6995CE92A0D}"/>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53BC-442A-ACCA-F6995CE92A0D}"/>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53BC-442A-ACCA-F6995CE92A0D}"/>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7-53BC-442A-ACCA-F6995CE92A0D}"/>
              </c:ext>
            </c:extLst>
          </c:dPt>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15:layout/>
              </c:ext>
            </c:extLst>
          </c:dLbls>
          <c:cat>
            <c:strRef>
              <c:f>Sheet1!$A$2:$A$5</c:f>
              <c:strCache>
                <c:ptCount val="2"/>
                <c:pt idx="0">
                  <c:v>YES</c:v>
                </c:pt>
                <c:pt idx="1">
                  <c:v>NO</c:v>
                </c:pt>
              </c:strCache>
            </c:strRef>
          </c:cat>
          <c:val>
            <c:numRef>
              <c:f>Sheet1!$B$2:$B$5</c:f>
              <c:numCache>
                <c:formatCode>General</c:formatCode>
                <c:ptCount val="4"/>
                <c:pt idx="0">
                  <c:v>0.2</c:v>
                </c:pt>
                <c:pt idx="1">
                  <c:v>9.8000000000000007</c:v>
                </c:pt>
              </c:numCache>
            </c:numRef>
          </c:val>
          <c:extLst>
            <c:ext xmlns:c16="http://schemas.microsoft.com/office/drawing/2014/chart" uri="{C3380CC4-5D6E-409C-BE32-E72D297353CC}">
              <c16:uniqueId val="{00000008-53BC-442A-ACCA-F6995CE92A0D}"/>
            </c:ext>
          </c:extLst>
        </c:ser>
        <c:dLbls>
          <c:showLegendKey val="0"/>
          <c:showVal val="0"/>
          <c:showCatName val="0"/>
          <c:showSerName val="0"/>
          <c:showPercent val="1"/>
          <c:showBubbleSize val="0"/>
          <c:showLeaderLines val="1"/>
        </c:dLbls>
        <c:firstSliceAng val="0"/>
      </c:pieChart>
      <c:spPr>
        <a:noFill/>
        <a:ln>
          <a:noFill/>
        </a:ln>
        <a:effectLst/>
      </c:spPr>
    </c:plotArea>
    <c:legend>
      <c:legendPos val="t"/>
      <c:layout/>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sz="1000" dirty="0" smtClean="0"/>
              <a:t>How often would you use this product/service?</a:t>
            </a:r>
            <a:endParaRPr lang="en-US" sz="1000" dirty="0"/>
          </a:p>
        </c:rich>
      </c:tx>
      <c:layout/>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pieChart>
        <c:varyColors val="1"/>
        <c:ser>
          <c:idx val="0"/>
          <c:order val="0"/>
          <c:tx>
            <c:strRef>
              <c:f>Sheet1!$B$1</c:f>
              <c:strCache>
                <c:ptCount val="1"/>
                <c:pt idx="0">
                  <c:v>Sales</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E2D6-410F-A16C-96F3B0B6CEA9}"/>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E2D6-410F-A16C-96F3B0B6CEA9}"/>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E2D6-410F-A16C-96F3B0B6CEA9}"/>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7-E2D6-410F-A16C-96F3B0B6CEA9}"/>
              </c:ext>
            </c:extLst>
          </c:dPt>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15:layout/>
              </c:ext>
            </c:extLst>
          </c:dLbls>
          <c:cat>
            <c:strRef>
              <c:f>Sheet1!$A$2:$A$5</c:f>
              <c:strCache>
                <c:ptCount val="4"/>
                <c:pt idx="0">
                  <c:v>Daily</c:v>
                </c:pt>
                <c:pt idx="1">
                  <c:v>Weekly</c:v>
                </c:pt>
                <c:pt idx="2">
                  <c:v>Monthly</c:v>
                </c:pt>
                <c:pt idx="3">
                  <c:v>Yearly</c:v>
                </c:pt>
              </c:strCache>
            </c:strRef>
          </c:cat>
          <c:val>
            <c:numRef>
              <c:f>Sheet1!$B$2:$B$5</c:f>
              <c:numCache>
                <c:formatCode>General</c:formatCode>
                <c:ptCount val="4"/>
                <c:pt idx="0">
                  <c:v>6.5</c:v>
                </c:pt>
                <c:pt idx="1">
                  <c:v>3</c:v>
                </c:pt>
                <c:pt idx="2">
                  <c:v>0.5</c:v>
                </c:pt>
                <c:pt idx="3">
                  <c:v>0</c:v>
                </c:pt>
              </c:numCache>
            </c:numRef>
          </c:val>
          <c:extLst>
            <c:ext xmlns:c16="http://schemas.microsoft.com/office/drawing/2014/chart" uri="{C3380CC4-5D6E-409C-BE32-E72D297353CC}">
              <c16:uniqueId val="{00000008-E2D6-410F-A16C-96F3B0B6CEA9}"/>
            </c:ext>
          </c:extLst>
        </c:ser>
        <c:dLbls>
          <c:showLegendKey val="0"/>
          <c:showVal val="0"/>
          <c:showCatName val="0"/>
          <c:showSerName val="0"/>
          <c:showPercent val="1"/>
          <c:showBubbleSize val="0"/>
          <c:showLeaderLines val="1"/>
        </c:dLbls>
        <c:firstSliceAng val="0"/>
      </c:pieChart>
      <c:spPr>
        <a:noFill/>
        <a:ln>
          <a:noFill/>
        </a:ln>
        <a:effectLst/>
      </c:spPr>
    </c:plotArea>
    <c:legend>
      <c:legendPos val="t"/>
      <c:layout/>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sz="1000" dirty="0" smtClean="0"/>
              <a:t>How</a:t>
            </a:r>
            <a:r>
              <a:rPr lang="en-US" sz="1000" baseline="0" dirty="0" smtClean="0"/>
              <a:t> much would you pay for this product/service</a:t>
            </a:r>
            <a:r>
              <a:rPr lang="en-US" sz="1000" dirty="0" smtClean="0"/>
              <a:t>?</a:t>
            </a:r>
            <a:endParaRPr lang="en-US" sz="1000" dirty="0"/>
          </a:p>
        </c:rich>
      </c:tx>
      <c:layout/>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pieChart>
        <c:varyColors val="1"/>
        <c:ser>
          <c:idx val="0"/>
          <c:order val="0"/>
          <c:tx>
            <c:strRef>
              <c:f>Sheet1!$B$1</c:f>
              <c:strCache>
                <c:ptCount val="1"/>
                <c:pt idx="0">
                  <c:v>Sales</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25A7-4FFA-ABA1-8E33C142F61D}"/>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25A7-4FFA-ABA1-8E33C142F61D}"/>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25A7-4FFA-ABA1-8E33C142F61D}"/>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7-25A7-4FFA-ABA1-8E33C142F61D}"/>
              </c:ext>
            </c:extLst>
          </c:dPt>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15:layout/>
              </c:ext>
            </c:extLst>
          </c:dLbls>
          <c:cat>
            <c:strRef>
              <c:f>Sheet1!$A$2:$A$5</c:f>
              <c:strCache>
                <c:ptCount val="4"/>
                <c:pt idx="0">
                  <c:v>Under $100</c:v>
                </c:pt>
                <c:pt idx="1">
                  <c:v>$100 - $150</c:v>
                </c:pt>
                <c:pt idx="2">
                  <c:v>$150 - $200</c:v>
                </c:pt>
                <c:pt idx="3">
                  <c:v>Over $200</c:v>
                </c:pt>
              </c:strCache>
            </c:strRef>
          </c:cat>
          <c:val>
            <c:numRef>
              <c:f>Sheet1!$B$2:$B$5</c:f>
              <c:numCache>
                <c:formatCode>General</c:formatCode>
                <c:ptCount val="4"/>
                <c:pt idx="0">
                  <c:v>6.5</c:v>
                </c:pt>
                <c:pt idx="1">
                  <c:v>1.5</c:v>
                </c:pt>
                <c:pt idx="2">
                  <c:v>2</c:v>
                </c:pt>
                <c:pt idx="3">
                  <c:v>5</c:v>
                </c:pt>
              </c:numCache>
            </c:numRef>
          </c:val>
          <c:extLst>
            <c:ext xmlns:c16="http://schemas.microsoft.com/office/drawing/2014/chart" uri="{C3380CC4-5D6E-409C-BE32-E72D297353CC}">
              <c16:uniqueId val="{00000008-25A7-4FFA-ABA1-8E33C142F61D}"/>
            </c:ext>
          </c:extLst>
        </c:ser>
        <c:dLbls>
          <c:showLegendKey val="0"/>
          <c:showVal val="0"/>
          <c:showCatName val="0"/>
          <c:showSerName val="0"/>
          <c:showPercent val="1"/>
          <c:showBubbleSize val="0"/>
          <c:showLeaderLines val="1"/>
        </c:dLbls>
        <c:firstSliceAng val="0"/>
      </c:pieChart>
      <c:spPr>
        <a:noFill/>
        <a:ln>
          <a:noFill/>
        </a:ln>
        <a:effectLst/>
      </c:spPr>
    </c:plotArea>
    <c:legend>
      <c:legendPos val="t"/>
      <c:layout/>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00" b="0" i="0" u="none" strike="noStrike" kern="1200" spc="0" baseline="0">
                <a:solidFill>
                  <a:schemeClr val="tx1">
                    <a:lumMod val="65000"/>
                    <a:lumOff val="35000"/>
                  </a:schemeClr>
                </a:solidFill>
                <a:latin typeface="+mn-lt"/>
                <a:ea typeface="+mn-ea"/>
                <a:cs typeface="+mn-cs"/>
              </a:defRPr>
            </a:pPr>
            <a:r>
              <a:rPr lang="en-US" sz="1800" dirty="0" smtClean="0"/>
              <a:t>Sex</a:t>
            </a:r>
            <a:endParaRPr lang="en-US" sz="1800" dirty="0"/>
          </a:p>
        </c:rich>
      </c:tx>
      <c:layout/>
      <c:overlay val="0"/>
      <c:spPr>
        <a:noFill/>
        <a:ln>
          <a:noFill/>
        </a:ln>
        <a:effectLst/>
      </c:spPr>
      <c:txPr>
        <a:bodyPr rot="0" spcFirstLastPara="1" vertOverflow="ellipsis" vert="horz" wrap="square" anchor="ctr" anchorCtr="1"/>
        <a:lstStyle/>
        <a:p>
          <a:pPr>
            <a:defRPr sz="18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pieChart>
        <c:varyColors val="1"/>
        <c:ser>
          <c:idx val="0"/>
          <c:order val="0"/>
          <c:tx>
            <c:strRef>
              <c:f>Sheet1!$B$1</c:f>
              <c:strCache>
                <c:ptCount val="1"/>
                <c:pt idx="0">
                  <c:v>Sales</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0CB0-488D-8982-DB423B4802EA}"/>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0CB0-488D-8982-DB423B4802EA}"/>
              </c:ext>
            </c:extLst>
          </c:dPt>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15:layout/>
              </c:ext>
            </c:extLst>
          </c:dLbls>
          <c:cat>
            <c:strRef>
              <c:f>Sheet1!$A$2:$A$3</c:f>
              <c:strCache>
                <c:ptCount val="2"/>
                <c:pt idx="0">
                  <c:v>Male</c:v>
                </c:pt>
                <c:pt idx="1">
                  <c:v>Female</c:v>
                </c:pt>
              </c:strCache>
            </c:strRef>
          </c:cat>
          <c:val>
            <c:numRef>
              <c:f>Sheet1!$B$2:$B$3</c:f>
              <c:numCache>
                <c:formatCode>General</c:formatCode>
                <c:ptCount val="2"/>
                <c:pt idx="0">
                  <c:v>2</c:v>
                </c:pt>
                <c:pt idx="1">
                  <c:v>8</c:v>
                </c:pt>
              </c:numCache>
            </c:numRef>
          </c:val>
          <c:extLst>
            <c:ext xmlns:c16="http://schemas.microsoft.com/office/drawing/2014/chart" uri="{C3380CC4-5D6E-409C-BE32-E72D297353CC}">
              <c16:uniqueId val="{00000004-0CB0-488D-8982-DB423B4802EA}"/>
            </c:ext>
          </c:extLst>
        </c:ser>
        <c:dLbls>
          <c:showLegendKey val="0"/>
          <c:showVal val="0"/>
          <c:showCatName val="0"/>
          <c:showSerName val="0"/>
          <c:showPercent val="1"/>
          <c:showBubbleSize val="0"/>
          <c:showLeaderLines val="1"/>
        </c:dLbls>
        <c:firstSliceAng val="0"/>
      </c:pieChart>
      <c:spPr>
        <a:noFill/>
        <a:ln>
          <a:noFill/>
        </a:ln>
        <a:effectLst/>
      </c:spPr>
    </c:plotArea>
    <c:legend>
      <c:legendPos val="t"/>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dirty="0" smtClean="0"/>
              <a:t>Age</a:t>
            </a:r>
            <a:endParaRPr lang="en-US" dirty="0"/>
          </a:p>
        </c:rich>
      </c:tx>
      <c:layout/>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pieChart>
        <c:varyColors val="1"/>
        <c:ser>
          <c:idx val="0"/>
          <c:order val="0"/>
          <c:tx>
            <c:strRef>
              <c:f>Sheet1!$B$1</c:f>
              <c:strCache>
                <c:ptCount val="1"/>
                <c:pt idx="0">
                  <c:v>Sales</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A950-4DA9-8110-6C80BD9E0BE2}"/>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A950-4DA9-8110-6C80BD9E0BE2}"/>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A950-4DA9-8110-6C80BD9E0BE2}"/>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7-A950-4DA9-8110-6C80BD9E0BE2}"/>
              </c:ext>
            </c:extLst>
          </c:dPt>
          <c:dPt>
            <c:idx val="4"/>
            <c:bubble3D val="0"/>
            <c:spPr>
              <a:solidFill>
                <a:schemeClr val="accent5"/>
              </a:solidFill>
              <a:ln w="19050">
                <a:solidFill>
                  <a:schemeClr val="lt1"/>
                </a:solidFill>
              </a:ln>
              <a:effectLst/>
            </c:spPr>
            <c:extLst>
              <c:ext xmlns:c16="http://schemas.microsoft.com/office/drawing/2014/chart" uri="{C3380CC4-5D6E-409C-BE32-E72D297353CC}">
                <c16:uniqueId val="{00000009-A950-4DA9-8110-6C80BD9E0BE2}"/>
              </c:ext>
            </c:extLst>
          </c:dPt>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15:layout/>
              </c:ext>
            </c:extLst>
          </c:dLbls>
          <c:cat>
            <c:strRef>
              <c:f>Sheet1!$A$2:$A$6</c:f>
              <c:strCache>
                <c:ptCount val="5"/>
                <c:pt idx="0">
                  <c:v>Under 20</c:v>
                </c:pt>
                <c:pt idx="1">
                  <c:v>20 - 30</c:v>
                </c:pt>
                <c:pt idx="2">
                  <c:v>31- 45</c:v>
                </c:pt>
                <c:pt idx="3">
                  <c:v>46 - 60</c:v>
                </c:pt>
                <c:pt idx="4">
                  <c:v>Over 60</c:v>
                </c:pt>
              </c:strCache>
            </c:strRef>
          </c:cat>
          <c:val>
            <c:numRef>
              <c:f>Sheet1!$B$2:$B$6</c:f>
              <c:numCache>
                <c:formatCode>General</c:formatCode>
                <c:ptCount val="5"/>
                <c:pt idx="0">
                  <c:v>60</c:v>
                </c:pt>
                <c:pt idx="1">
                  <c:v>20</c:v>
                </c:pt>
                <c:pt idx="2">
                  <c:v>12</c:v>
                </c:pt>
                <c:pt idx="3">
                  <c:v>5</c:v>
                </c:pt>
                <c:pt idx="4">
                  <c:v>3</c:v>
                </c:pt>
              </c:numCache>
            </c:numRef>
          </c:val>
          <c:extLst>
            <c:ext xmlns:c16="http://schemas.microsoft.com/office/drawing/2014/chart" uri="{C3380CC4-5D6E-409C-BE32-E72D297353CC}">
              <c16:uniqueId val="{0000000A-A950-4DA9-8110-6C80BD9E0BE2}"/>
            </c:ext>
          </c:extLst>
        </c:ser>
        <c:dLbls>
          <c:showLegendKey val="0"/>
          <c:showVal val="0"/>
          <c:showCatName val="0"/>
          <c:showSerName val="0"/>
          <c:showPercent val="1"/>
          <c:showBubbleSize val="0"/>
          <c:showLeaderLines val="1"/>
        </c:dLbls>
        <c:firstSliceAng val="0"/>
      </c:pieChart>
      <c:spPr>
        <a:noFill/>
        <a:ln>
          <a:noFill/>
        </a:ln>
        <a:effectLst/>
      </c:spPr>
    </c:plotArea>
    <c:legend>
      <c:legendPos val="t"/>
      <c:layout/>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omments/comment1.xml><?xml version="1.0" encoding="utf-8"?>
<p:cmLst xmlns:a="http://schemas.openxmlformats.org/drawingml/2006/main" xmlns:r="http://schemas.openxmlformats.org/officeDocument/2006/relationships" xmlns:p="http://schemas.openxmlformats.org/presentationml/2006/main">
  <p:cm authorId="1" dt="2019-04-13T20:43:34.437" idx="1">
    <p:pos x="7252" y="674"/>
    <p:text>Animated Video</p:text>
    <p:extLst>
      <p:ext uri="{C676402C-5697-4E1C-873F-D02D1690AC5C}">
        <p15:threadingInfo xmlns:p15="http://schemas.microsoft.com/office/powerpoint/2012/main" timeZoneBias="-120"/>
      </p:ext>
    </p:extLst>
  </p:cm>
</p:cmLst>
</file>

<file path=ppt/diagrams/_rels/data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image" Target="../media/image16.png"/><Relationship Id="rId4" Type="http://schemas.openxmlformats.org/officeDocument/2006/relationships/image" Target="../media/image19.png"/></Relationships>
</file>

<file path=ppt/diagrams/_rels/drawing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image" Target="../media/image19.png"/><Relationship Id="rId4" Type="http://schemas.openxmlformats.org/officeDocument/2006/relationships/image" Target="../media/image16.png"/></Relationships>
</file>

<file path=ppt/diagrams/colors1.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5404A81-216E-493F-B3BF-3B75929EED9E}" type="doc">
      <dgm:prSet loTypeId="urn:microsoft.com/office/officeart/2005/8/layout/bProcess3" loCatId="process" qsTypeId="urn:microsoft.com/office/officeart/2005/8/quickstyle/simple2" qsCatId="simple" csTypeId="urn:microsoft.com/office/officeart/2005/8/colors/accent0_2" csCatId="mainScheme" phldr="1"/>
      <dgm:spPr/>
      <dgm:t>
        <a:bodyPr/>
        <a:lstStyle/>
        <a:p>
          <a:endParaRPr lang="en-US"/>
        </a:p>
      </dgm:t>
    </dgm:pt>
    <dgm:pt modelId="{C73B32AC-1BA4-404D-B9BE-9B10E2522E82}">
      <dgm:prSet phldrT="[Text]"/>
      <dgm:spPr/>
      <dgm:t>
        <a:bodyPr/>
        <a:lstStyle/>
        <a:p>
          <a:r>
            <a:rPr lang="en-US" dirty="0" smtClean="0"/>
            <a:t>Available thrusters are just too big for our application</a:t>
          </a:r>
          <a:endParaRPr lang="en-US" dirty="0"/>
        </a:p>
      </dgm:t>
    </dgm:pt>
    <dgm:pt modelId="{850C6131-F46C-463B-ADF6-DDBE4D9E5A0D}" type="parTrans" cxnId="{63149D44-B869-4BF2-A4EE-9679ADBBEDA1}">
      <dgm:prSet/>
      <dgm:spPr/>
      <dgm:t>
        <a:bodyPr/>
        <a:lstStyle/>
        <a:p>
          <a:endParaRPr lang="en-US"/>
        </a:p>
      </dgm:t>
    </dgm:pt>
    <dgm:pt modelId="{B2F2B7FC-7AA5-4D39-B875-CC65423423B9}" type="sibTrans" cxnId="{63149D44-B869-4BF2-A4EE-9679ADBBEDA1}">
      <dgm:prSet/>
      <dgm:spPr/>
      <dgm:t>
        <a:bodyPr/>
        <a:lstStyle/>
        <a:p>
          <a:endParaRPr lang="en-US"/>
        </a:p>
      </dgm:t>
    </dgm:pt>
    <dgm:pt modelId="{AEFA5471-35DE-4B74-A64F-45FCF41D73A9}">
      <dgm:prSet phldrT="[Text]"/>
      <dgm:spPr/>
      <dgm:t>
        <a:bodyPr/>
        <a:lstStyle/>
        <a:p>
          <a:r>
            <a:rPr lang="en-US" dirty="0" smtClean="0"/>
            <a:t>Replacing a centrifugal  pump impeller with a propeller is a solution</a:t>
          </a:r>
          <a:endParaRPr lang="en-US" dirty="0"/>
        </a:p>
      </dgm:t>
    </dgm:pt>
    <dgm:pt modelId="{EEEBE824-0E4E-43C3-A6AF-C1A044E48EB9}" type="parTrans" cxnId="{8FD18847-BFF8-4C51-9597-B4A24CB9CB6A}">
      <dgm:prSet/>
      <dgm:spPr/>
      <dgm:t>
        <a:bodyPr/>
        <a:lstStyle/>
        <a:p>
          <a:endParaRPr lang="en-US"/>
        </a:p>
      </dgm:t>
    </dgm:pt>
    <dgm:pt modelId="{FF470A6E-42D4-4EDA-A6D6-995E16D0A635}" type="sibTrans" cxnId="{8FD18847-BFF8-4C51-9597-B4A24CB9CB6A}">
      <dgm:prSet/>
      <dgm:spPr/>
      <dgm:t>
        <a:bodyPr/>
        <a:lstStyle/>
        <a:p>
          <a:endParaRPr lang="en-US"/>
        </a:p>
      </dgm:t>
    </dgm:pt>
    <dgm:pt modelId="{5F599034-6371-4C71-83DD-AD2B573A1E4F}">
      <dgm:prSet phldrT="[Text]" custT="1"/>
      <dgm:spPr/>
      <dgm:t>
        <a:bodyPr/>
        <a:lstStyle/>
        <a:p>
          <a:r>
            <a:rPr lang="en-US" sz="1700" b="0" dirty="0" smtClean="0"/>
            <a:t>Assuming maximum velocity  = 0.2m/s </a:t>
          </a:r>
          <a:r>
            <a:rPr lang="en-US" sz="1200" b="0" dirty="0" smtClean="0"/>
            <a:t>&lt;  1km/h </a:t>
          </a:r>
          <a:r>
            <a:rPr lang="en-US" sz="1700" b="0" dirty="0" smtClean="0"/>
            <a:t>and drag force  = 0.32N</a:t>
          </a:r>
          <a:endParaRPr lang="en-US" sz="1700" b="0" dirty="0"/>
        </a:p>
      </dgm:t>
    </dgm:pt>
    <dgm:pt modelId="{4C9D274E-DDAA-4B50-8AED-A38763E377CC}" type="parTrans" cxnId="{EF8D0ED8-ECB0-4F2B-863C-B966C54CAC55}">
      <dgm:prSet/>
      <dgm:spPr/>
      <dgm:t>
        <a:bodyPr/>
        <a:lstStyle/>
        <a:p>
          <a:endParaRPr lang="en-US"/>
        </a:p>
      </dgm:t>
    </dgm:pt>
    <dgm:pt modelId="{23CDE49C-0E4B-470A-B1B9-EA9483E34A96}" type="sibTrans" cxnId="{EF8D0ED8-ECB0-4F2B-863C-B966C54CAC55}">
      <dgm:prSet/>
      <dgm:spPr/>
      <dgm:t>
        <a:bodyPr/>
        <a:lstStyle/>
        <a:p>
          <a:endParaRPr lang="en-US"/>
        </a:p>
      </dgm:t>
    </dgm:pt>
    <dgm:pt modelId="{F4B6953E-D7D5-44C3-A58F-8FD47D58F381}">
      <dgm:prSet phldrT="[Text]"/>
      <dgm:spPr/>
      <dgm:t>
        <a:bodyPr/>
        <a:lstStyle/>
        <a:p>
          <a:r>
            <a:rPr lang="en-US" dirty="0" smtClean="0"/>
            <a:t>Suitable pumps required for each thruster of flow rate of 55.5 l/min</a:t>
          </a:r>
          <a:endParaRPr lang="en-US" dirty="0"/>
        </a:p>
      </dgm:t>
    </dgm:pt>
    <dgm:pt modelId="{5E6FE40C-94E8-4840-B665-065BD7E358EA}" type="parTrans" cxnId="{8FB5E78E-9314-4523-8647-C5502DF61B26}">
      <dgm:prSet/>
      <dgm:spPr/>
      <dgm:t>
        <a:bodyPr/>
        <a:lstStyle/>
        <a:p>
          <a:endParaRPr lang="en-US"/>
        </a:p>
      </dgm:t>
    </dgm:pt>
    <dgm:pt modelId="{3CB6F3D4-C5A1-48DB-BADC-814086E0F51C}" type="sibTrans" cxnId="{8FB5E78E-9314-4523-8647-C5502DF61B26}">
      <dgm:prSet/>
      <dgm:spPr/>
      <dgm:t>
        <a:bodyPr/>
        <a:lstStyle/>
        <a:p>
          <a:endParaRPr lang="en-US"/>
        </a:p>
      </dgm:t>
    </dgm:pt>
    <dgm:pt modelId="{E0360F45-D726-4D71-9A27-2B66D19CBF53}">
      <dgm:prSet phldrT="[Text]"/>
      <dgm:spPr/>
      <dgm:t>
        <a:bodyPr/>
        <a:lstStyle/>
        <a:p>
          <a:r>
            <a:rPr lang="en-US" dirty="0" smtClean="0"/>
            <a:t>Suitable pumps available were of flow rate of 63 l/min</a:t>
          </a:r>
          <a:endParaRPr lang="en-US" dirty="0"/>
        </a:p>
      </dgm:t>
    </dgm:pt>
    <dgm:pt modelId="{981705FA-3369-42B0-AC16-4F01C5BBD298}" type="parTrans" cxnId="{A5ED4BF0-AC9D-4ADD-8AB0-EE422A934DC2}">
      <dgm:prSet/>
      <dgm:spPr/>
      <dgm:t>
        <a:bodyPr/>
        <a:lstStyle/>
        <a:p>
          <a:endParaRPr lang="en-US"/>
        </a:p>
      </dgm:t>
    </dgm:pt>
    <dgm:pt modelId="{74EDD30C-E478-4858-BEC3-D5FAD1CDDC17}" type="sibTrans" cxnId="{A5ED4BF0-AC9D-4ADD-8AB0-EE422A934DC2}">
      <dgm:prSet/>
      <dgm:spPr/>
      <dgm:t>
        <a:bodyPr/>
        <a:lstStyle/>
        <a:p>
          <a:endParaRPr lang="en-US"/>
        </a:p>
      </dgm:t>
    </dgm:pt>
    <dgm:pt modelId="{0DBDB664-16A3-498F-9864-40DE45F68E85}">
      <dgm:prSet phldrT="[Text]"/>
      <dgm:spPr/>
      <dgm:t>
        <a:bodyPr/>
        <a:lstStyle/>
        <a:p>
          <a:r>
            <a:rPr lang="en-US" dirty="0" smtClean="0"/>
            <a:t>Those pumps with propellers of about   73 mm, together, provided a thrust of 0.462 N</a:t>
          </a:r>
          <a:endParaRPr lang="en-US" dirty="0"/>
        </a:p>
      </dgm:t>
    </dgm:pt>
    <dgm:pt modelId="{10176D54-DDA2-4026-A1DB-F9249CB75CEB}" type="parTrans" cxnId="{D10D32BD-D9EF-4243-9FCB-EEAF51857D02}">
      <dgm:prSet/>
      <dgm:spPr/>
      <dgm:t>
        <a:bodyPr/>
        <a:lstStyle/>
        <a:p>
          <a:endParaRPr lang="en-US"/>
        </a:p>
      </dgm:t>
    </dgm:pt>
    <dgm:pt modelId="{827BEB1F-E973-422E-99AD-EF18E8EE4CCA}" type="sibTrans" cxnId="{D10D32BD-D9EF-4243-9FCB-EEAF51857D02}">
      <dgm:prSet/>
      <dgm:spPr/>
      <dgm:t>
        <a:bodyPr/>
        <a:lstStyle/>
        <a:p>
          <a:endParaRPr lang="en-US"/>
        </a:p>
      </dgm:t>
    </dgm:pt>
    <dgm:pt modelId="{EE07C26D-274A-4EB7-928B-3F303752E0A1}">
      <dgm:prSet phldrT="[Text]" custT="1"/>
      <dgm:spPr/>
      <dgm:t>
        <a:bodyPr/>
        <a:lstStyle/>
        <a:p>
          <a:r>
            <a:rPr lang="en-US" sz="1700" dirty="0" smtClean="0"/>
            <a:t>Resulted in a theoretical maximum velocity of 0.42 m/s        </a:t>
          </a:r>
          <a:r>
            <a:rPr lang="en-US" sz="1100" dirty="0" smtClean="0"/>
            <a:t>= 1.5 km/h</a:t>
          </a:r>
          <a:endParaRPr lang="en-US" sz="1100" dirty="0"/>
        </a:p>
      </dgm:t>
    </dgm:pt>
    <dgm:pt modelId="{16A29828-3A6F-4F8B-988F-869EFA3EFE4F}" type="parTrans" cxnId="{4935448E-C1A3-4530-92A7-9A2922E27659}">
      <dgm:prSet/>
      <dgm:spPr/>
      <dgm:t>
        <a:bodyPr/>
        <a:lstStyle/>
        <a:p>
          <a:endParaRPr lang="en-US"/>
        </a:p>
      </dgm:t>
    </dgm:pt>
    <dgm:pt modelId="{4035071F-4E97-40EB-BD44-C9480EE616B1}" type="sibTrans" cxnId="{4935448E-C1A3-4530-92A7-9A2922E27659}">
      <dgm:prSet/>
      <dgm:spPr/>
      <dgm:t>
        <a:bodyPr/>
        <a:lstStyle/>
        <a:p>
          <a:endParaRPr lang="en-US"/>
        </a:p>
      </dgm:t>
    </dgm:pt>
    <dgm:pt modelId="{8FE14A33-67DB-4104-87A4-B9A93B605472}" type="pres">
      <dgm:prSet presAssocID="{F5404A81-216E-493F-B3BF-3B75929EED9E}" presName="Name0" presStyleCnt="0">
        <dgm:presLayoutVars>
          <dgm:dir/>
          <dgm:resizeHandles val="exact"/>
        </dgm:presLayoutVars>
      </dgm:prSet>
      <dgm:spPr/>
      <dgm:t>
        <a:bodyPr/>
        <a:lstStyle/>
        <a:p>
          <a:endParaRPr lang="en-US"/>
        </a:p>
      </dgm:t>
    </dgm:pt>
    <dgm:pt modelId="{C58B674F-976D-41E6-BB58-B82F6CD118BB}" type="pres">
      <dgm:prSet presAssocID="{C73B32AC-1BA4-404D-B9BE-9B10E2522E82}" presName="node" presStyleLbl="node1" presStyleIdx="0" presStyleCnt="7">
        <dgm:presLayoutVars>
          <dgm:bulletEnabled val="1"/>
        </dgm:presLayoutVars>
      </dgm:prSet>
      <dgm:spPr/>
      <dgm:t>
        <a:bodyPr/>
        <a:lstStyle/>
        <a:p>
          <a:endParaRPr lang="en-US"/>
        </a:p>
      </dgm:t>
    </dgm:pt>
    <dgm:pt modelId="{50E07152-40FF-4A93-B422-E7AF6BFC4CD8}" type="pres">
      <dgm:prSet presAssocID="{B2F2B7FC-7AA5-4D39-B875-CC65423423B9}" presName="sibTrans" presStyleLbl="sibTrans1D1" presStyleIdx="0" presStyleCnt="6"/>
      <dgm:spPr/>
      <dgm:t>
        <a:bodyPr/>
        <a:lstStyle/>
        <a:p>
          <a:endParaRPr lang="en-US"/>
        </a:p>
      </dgm:t>
    </dgm:pt>
    <dgm:pt modelId="{B9A28786-A542-4AE4-97BA-9DB00722CB21}" type="pres">
      <dgm:prSet presAssocID="{B2F2B7FC-7AA5-4D39-B875-CC65423423B9}" presName="connectorText" presStyleLbl="sibTrans1D1" presStyleIdx="0" presStyleCnt="6"/>
      <dgm:spPr/>
      <dgm:t>
        <a:bodyPr/>
        <a:lstStyle/>
        <a:p>
          <a:endParaRPr lang="en-US"/>
        </a:p>
      </dgm:t>
    </dgm:pt>
    <dgm:pt modelId="{ED8EB659-FC3E-4883-89B2-C2D5501871D2}" type="pres">
      <dgm:prSet presAssocID="{AEFA5471-35DE-4B74-A64F-45FCF41D73A9}" presName="node" presStyleLbl="node1" presStyleIdx="1" presStyleCnt="7">
        <dgm:presLayoutVars>
          <dgm:bulletEnabled val="1"/>
        </dgm:presLayoutVars>
      </dgm:prSet>
      <dgm:spPr/>
      <dgm:t>
        <a:bodyPr/>
        <a:lstStyle/>
        <a:p>
          <a:endParaRPr lang="en-US"/>
        </a:p>
      </dgm:t>
    </dgm:pt>
    <dgm:pt modelId="{C0BA9AB4-4C25-4DBF-8839-2CABD95447CD}" type="pres">
      <dgm:prSet presAssocID="{FF470A6E-42D4-4EDA-A6D6-995E16D0A635}" presName="sibTrans" presStyleLbl="sibTrans1D1" presStyleIdx="1" presStyleCnt="6"/>
      <dgm:spPr/>
      <dgm:t>
        <a:bodyPr/>
        <a:lstStyle/>
        <a:p>
          <a:endParaRPr lang="en-US"/>
        </a:p>
      </dgm:t>
    </dgm:pt>
    <dgm:pt modelId="{ED4C0976-DB1D-41BB-84FB-C9FB225113AA}" type="pres">
      <dgm:prSet presAssocID="{FF470A6E-42D4-4EDA-A6D6-995E16D0A635}" presName="connectorText" presStyleLbl="sibTrans1D1" presStyleIdx="1" presStyleCnt="6"/>
      <dgm:spPr/>
      <dgm:t>
        <a:bodyPr/>
        <a:lstStyle/>
        <a:p>
          <a:endParaRPr lang="en-US"/>
        </a:p>
      </dgm:t>
    </dgm:pt>
    <dgm:pt modelId="{7EB0C9AB-6ABE-4217-8EBD-4CDAB6A1F135}" type="pres">
      <dgm:prSet presAssocID="{5F599034-6371-4C71-83DD-AD2B573A1E4F}" presName="node" presStyleLbl="node1" presStyleIdx="2" presStyleCnt="7">
        <dgm:presLayoutVars>
          <dgm:bulletEnabled val="1"/>
        </dgm:presLayoutVars>
      </dgm:prSet>
      <dgm:spPr/>
      <dgm:t>
        <a:bodyPr/>
        <a:lstStyle/>
        <a:p>
          <a:endParaRPr lang="en-US"/>
        </a:p>
      </dgm:t>
    </dgm:pt>
    <dgm:pt modelId="{AE95D6B5-C24B-4689-B96D-84F7A86C1EF3}" type="pres">
      <dgm:prSet presAssocID="{23CDE49C-0E4B-470A-B1B9-EA9483E34A96}" presName="sibTrans" presStyleLbl="sibTrans1D1" presStyleIdx="2" presStyleCnt="6"/>
      <dgm:spPr/>
      <dgm:t>
        <a:bodyPr/>
        <a:lstStyle/>
        <a:p>
          <a:endParaRPr lang="en-US"/>
        </a:p>
      </dgm:t>
    </dgm:pt>
    <dgm:pt modelId="{7E1AA2AB-6B65-4BC0-8FDA-48869534F9CE}" type="pres">
      <dgm:prSet presAssocID="{23CDE49C-0E4B-470A-B1B9-EA9483E34A96}" presName="connectorText" presStyleLbl="sibTrans1D1" presStyleIdx="2" presStyleCnt="6"/>
      <dgm:spPr/>
      <dgm:t>
        <a:bodyPr/>
        <a:lstStyle/>
        <a:p>
          <a:endParaRPr lang="en-US"/>
        </a:p>
      </dgm:t>
    </dgm:pt>
    <dgm:pt modelId="{38890907-CB51-49BF-A2AB-CCD5C4E4AFB8}" type="pres">
      <dgm:prSet presAssocID="{F4B6953E-D7D5-44C3-A58F-8FD47D58F381}" presName="node" presStyleLbl="node1" presStyleIdx="3" presStyleCnt="7">
        <dgm:presLayoutVars>
          <dgm:bulletEnabled val="1"/>
        </dgm:presLayoutVars>
      </dgm:prSet>
      <dgm:spPr/>
      <dgm:t>
        <a:bodyPr/>
        <a:lstStyle/>
        <a:p>
          <a:endParaRPr lang="en-US"/>
        </a:p>
      </dgm:t>
    </dgm:pt>
    <dgm:pt modelId="{FED749A7-894E-4AB6-8D4D-82F4023CAB65}" type="pres">
      <dgm:prSet presAssocID="{3CB6F3D4-C5A1-48DB-BADC-814086E0F51C}" presName="sibTrans" presStyleLbl="sibTrans1D1" presStyleIdx="3" presStyleCnt="6"/>
      <dgm:spPr/>
      <dgm:t>
        <a:bodyPr/>
        <a:lstStyle/>
        <a:p>
          <a:endParaRPr lang="en-US"/>
        </a:p>
      </dgm:t>
    </dgm:pt>
    <dgm:pt modelId="{FC9F54B4-95CE-4183-BD96-8F1D6A42E77D}" type="pres">
      <dgm:prSet presAssocID="{3CB6F3D4-C5A1-48DB-BADC-814086E0F51C}" presName="connectorText" presStyleLbl="sibTrans1D1" presStyleIdx="3" presStyleCnt="6"/>
      <dgm:spPr/>
      <dgm:t>
        <a:bodyPr/>
        <a:lstStyle/>
        <a:p>
          <a:endParaRPr lang="en-US"/>
        </a:p>
      </dgm:t>
    </dgm:pt>
    <dgm:pt modelId="{D81E48F3-322B-4F4B-B895-B380266AC6D5}" type="pres">
      <dgm:prSet presAssocID="{E0360F45-D726-4D71-9A27-2B66D19CBF53}" presName="node" presStyleLbl="node1" presStyleIdx="4" presStyleCnt="7">
        <dgm:presLayoutVars>
          <dgm:bulletEnabled val="1"/>
        </dgm:presLayoutVars>
      </dgm:prSet>
      <dgm:spPr/>
      <dgm:t>
        <a:bodyPr/>
        <a:lstStyle/>
        <a:p>
          <a:endParaRPr lang="en-US"/>
        </a:p>
      </dgm:t>
    </dgm:pt>
    <dgm:pt modelId="{27095042-A1C1-4589-9CE3-637B77BB8275}" type="pres">
      <dgm:prSet presAssocID="{74EDD30C-E478-4858-BEC3-D5FAD1CDDC17}" presName="sibTrans" presStyleLbl="sibTrans1D1" presStyleIdx="4" presStyleCnt="6"/>
      <dgm:spPr/>
      <dgm:t>
        <a:bodyPr/>
        <a:lstStyle/>
        <a:p>
          <a:endParaRPr lang="en-US"/>
        </a:p>
      </dgm:t>
    </dgm:pt>
    <dgm:pt modelId="{49ABC56C-26CC-4962-8A79-E36926F8772B}" type="pres">
      <dgm:prSet presAssocID="{74EDD30C-E478-4858-BEC3-D5FAD1CDDC17}" presName="connectorText" presStyleLbl="sibTrans1D1" presStyleIdx="4" presStyleCnt="6"/>
      <dgm:spPr/>
      <dgm:t>
        <a:bodyPr/>
        <a:lstStyle/>
        <a:p>
          <a:endParaRPr lang="en-US"/>
        </a:p>
      </dgm:t>
    </dgm:pt>
    <dgm:pt modelId="{17FD4147-ADC4-45A4-91A2-21576BDA2252}" type="pres">
      <dgm:prSet presAssocID="{0DBDB664-16A3-498F-9864-40DE45F68E85}" presName="node" presStyleLbl="node1" presStyleIdx="5" presStyleCnt="7">
        <dgm:presLayoutVars>
          <dgm:bulletEnabled val="1"/>
        </dgm:presLayoutVars>
      </dgm:prSet>
      <dgm:spPr/>
      <dgm:t>
        <a:bodyPr/>
        <a:lstStyle/>
        <a:p>
          <a:endParaRPr lang="en-US"/>
        </a:p>
      </dgm:t>
    </dgm:pt>
    <dgm:pt modelId="{EAC03D25-7856-419F-B457-F150F048A9C1}" type="pres">
      <dgm:prSet presAssocID="{827BEB1F-E973-422E-99AD-EF18E8EE4CCA}" presName="sibTrans" presStyleLbl="sibTrans1D1" presStyleIdx="5" presStyleCnt="6"/>
      <dgm:spPr/>
      <dgm:t>
        <a:bodyPr/>
        <a:lstStyle/>
        <a:p>
          <a:endParaRPr lang="en-US"/>
        </a:p>
      </dgm:t>
    </dgm:pt>
    <dgm:pt modelId="{4334E77F-2A5D-491A-8943-A0021070666D}" type="pres">
      <dgm:prSet presAssocID="{827BEB1F-E973-422E-99AD-EF18E8EE4CCA}" presName="connectorText" presStyleLbl="sibTrans1D1" presStyleIdx="5" presStyleCnt="6"/>
      <dgm:spPr/>
      <dgm:t>
        <a:bodyPr/>
        <a:lstStyle/>
        <a:p>
          <a:endParaRPr lang="en-US"/>
        </a:p>
      </dgm:t>
    </dgm:pt>
    <dgm:pt modelId="{FA18EA03-D9EE-4002-BEC3-4FDBF8D2A795}" type="pres">
      <dgm:prSet presAssocID="{EE07C26D-274A-4EB7-928B-3F303752E0A1}" presName="node" presStyleLbl="node1" presStyleIdx="6" presStyleCnt="7">
        <dgm:presLayoutVars>
          <dgm:bulletEnabled val="1"/>
        </dgm:presLayoutVars>
      </dgm:prSet>
      <dgm:spPr/>
      <dgm:t>
        <a:bodyPr/>
        <a:lstStyle/>
        <a:p>
          <a:endParaRPr lang="en-US"/>
        </a:p>
      </dgm:t>
    </dgm:pt>
  </dgm:ptLst>
  <dgm:cxnLst>
    <dgm:cxn modelId="{3A9E957A-388B-4CCE-9E47-1F56A915C625}" type="presOf" srcId="{74EDD30C-E478-4858-BEC3-D5FAD1CDDC17}" destId="{27095042-A1C1-4589-9CE3-637B77BB8275}" srcOrd="0" destOrd="0" presId="urn:microsoft.com/office/officeart/2005/8/layout/bProcess3"/>
    <dgm:cxn modelId="{8FD18847-BFF8-4C51-9597-B4A24CB9CB6A}" srcId="{F5404A81-216E-493F-B3BF-3B75929EED9E}" destId="{AEFA5471-35DE-4B74-A64F-45FCF41D73A9}" srcOrd="1" destOrd="0" parTransId="{EEEBE824-0E4E-43C3-A6AF-C1A044E48EB9}" sibTransId="{FF470A6E-42D4-4EDA-A6D6-995E16D0A635}"/>
    <dgm:cxn modelId="{4935448E-C1A3-4530-92A7-9A2922E27659}" srcId="{F5404A81-216E-493F-B3BF-3B75929EED9E}" destId="{EE07C26D-274A-4EB7-928B-3F303752E0A1}" srcOrd="6" destOrd="0" parTransId="{16A29828-3A6F-4F8B-988F-869EFA3EFE4F}" sibTransId="{4035071F-4E97-40EB-BD44-C9480EE616B1}"/>
    <dgm:cxn modelId="{DC7A3D12-4749-48E7-B11B-A66CC0553915}" type="presOf" srcId="{EE07C26D-274A-4EB7-928B-3F303752E0A1}" destId="{FA18EA03-D9EE-4002-BEC3-4FDBF8D2A795}" srcOrd="0" destOrd="0" presId="urn:microsoft.com/office/officeart/2005/8/layout/bProcess3"/>
    <dgm:cxn modelId="{17CD3BCF-8641-4521-9AB2-78906AD7DB15}" type="presOf" srcId="{FF470A6E-42D4-4EDA-A6D6-995E16D0A635}" destId="{C0BA9AB4-4C25-4DBF-8839-2CABD95447CD}" srcOrd="0" destOrd="0" presId="urn:microsoft.com/office/officeart/2005/8/layout/bProcess3"/>
    <dgm:cxn modelId="{CD5561F1-E047-4613-A3A4-9618216A0A9C}" type="presOf" srcId="{B2F2B7FC-7AA5-4D39-B875-CC65423423B9}" destId="{50E07152-40FF-4A93-B422-E7AF6BFC4CD8}" srcOrd="0" destOrd="0" presId="urn:microsoft.com/office/officeart/2005/8/layout/bProcess3"/>
    <dgm:cxn modelId="{B7D35DF6-A60F-43A5-AEC3-1CAAD6277460}" type="presOf" srcId="{3CB6F3D4-C5A1-48DB-BADC-814086E0F51C}" destId="{FED749A7-894E-4AB6-8D4D-82F4023CAB65}" srcOrd="0" destOrd="0" presId="urn:microsoft.com/office/officeart/2005/8/layout/bProcess3"/>
    <dgm:cxn modelId="{D10D32BD-D9EF-4243-9FCB-EEAF51857D02}" srcId="{F5404A81-216E-493F-B3BF-3B75929EED9E}" destId="{0DBDB664-16A3-498F-9864-40DE45F68E85}" srcOrd="5" destOrd="0" parTransId="{10176D54-DDA2-4026-A1DB-F9249CB75CEB}" sibTransId="{827BEB1F-E973-422E-99AD-EF18E8EE4CCA}"/>
    <dgm:cxn modelId="{7DC38DF8-2D44-4EF9-B697-EBFAA67BC21A}" type="presOf" srcId="{C73B32AC-1BA4-404D-B9BE-9B10E2522E82}" destId="{C58B674F-976D-41E6-BB58-B82F6CD118BB}" srcOrd="0" destOrd="0" presId="urn:microsoft.com/office/officeart/2005/8/layout/bProcess3"/>
    <dgm:cxn modelId="{B46E4C27-FDC8-42B6-BAAC-7F9E86B0104B}" type="presOf" srcId="{0DBDB664-16A3-498F-9864-40DE45F68E85}" destId="{17FD4147-ADC4-45A4-91A2-21576BDA2252}" srcOrd="0" destOrd="0" presId="urn:microsoft.com/office/officeart/2005/8/layout/bProcess3"/>
    <dgm:cxn modelId="{A579ED40-EB20-4896-BF74-5DFF82423A2F}" type="presOf" srcId="{F4B6953E-D7D5-44C3-A58F-8FD47D58F381}" destId="{38890907-CB51-49BF-A2AB-CCD5C4E4AFB8}" srcOrd="0" destOrd="0" presId="urn:microsoft.com/office/officeart/2005/8/layout/bProcess3"/>
    <dgm:cxn modelId="{8FB5E78E-9314-4523-8647-C5502DF61B26}" srcId="{F5404A81-216E-493F-B3BF-3B75929EED9E}" destId="{F4B6953E-D7D5-44C3-A58F-8FD47D58F381}" srcOrd="3" destOrd="0" parTransId="{5E6FE40C-94E8-4840-B665-065BD7E358EA}" sibTransId="{3CB6F3D4-C5A1-48DB-BADC-814086E0F51C}"/>
    <dgm:cxn modelId="{C0E83269-00FC-4BDE-BA5D-E4BF5C11F8A9}" type="presOf" srcId="{F5404A81-216E-493F-B3BF-3B75929EED9E}" destId="{8FE14A33-67DB-4104-87A4-B9A93B605472}" srcOrd="0" destOrd="0" presId="urn:microsoft.com/office/officeart/2005/8/layout/bProcess3"/>
    <dgm:cxn modelId="{1FA087B7-3270-4D5E-9353-26AA9E2F39E6}" type="presOf" srcId="{74EDD30C-E478-4858-BEC3-D5FAD1CDDC17}" destId="{49ABC56C-26CC-4962-8A79-E36926F8772B}" srcOrd="1" destOrd="0" presId="urn:microsoft.com/office/officeart/2005/8/layout/bProcess3"/>
    <dgm:cxn modelId="{CE504FD5-5BAC-4716-BD5B-60F3507E504C}" type="presOf" srcId="{23CDE49C-0E4B-470A-B1B9-EA9483E34A96}" destId="{7E1AA2AB-6B65-4BC0-8FDA-48869534F9CE}" srcOrd="1" destOrd="0" presId="urn:microsoft.com/office/officeart/2005/8/layout/bProcess3"/>
    <dgm:cxn modelId="{C5EB8A4C-FB8A-4A6B-9D56-740C794DDF66}" type="presOf" srcId="{5F599034-6371-4C71-83DD-AD2B573A1E4F}" destId="{7EB0C9AB-6ABE-4217-8EBD-4CDAB6A1F135}" srcOrd="0" destOrd="0" presId="urn:microsoft.com/office/officeart/2005/8/layout/bProcess3"/>
    <dgm:cxn modelId="{8D4EF7B3-D398-45CC-B2B2-B1CC50328DD6}" type="presOf" srcId="{23CDE49C-0E4B-470A-B1B9-EA9483E34A96}" destId="{AE95D6B5-C24B-4689-B96D-84F7A86C1EF3}" srcOrd="0" destOrd="0" presId="urn:microsoft.com/office/officeart/2005/8/layout/bProcess3"/>
    <dgm:cxn modelId="{992D1663-20FC-4A67-B675-6D50CF3C2E75}" type="presOf" srcId="{B2F2B7FC-7AA5-4D39-B875-CC65423423B9}" destId="{B9A28786-A542-4AE4-97BA-9DB00722CB21}" srcOrd="1" destOrd="0" presId="urn:microsoft.com/office/officeart/2005/8/layout/bProcess3"/>
    <dgm:cxn modelId="{A5ED4BF0-AC9D-4ADD-8AB0-EE422A934DC2}" srcId="{F5404A81-216E-493F-B3BF-3B75929EED9E}" destId="{E0360F45-D726-4D71-9A27-2B66D19CBF53}" srcOrd="4" destOrd="0" parTransId="{981705FA-3369-42B0-AC16-4F01C5BBD298}" sibTransId="{74EDD30C-E478-4858-BEC3-D5FAD1CDDC17}"/>
    <dgm:cxn modelId="{ECDCDA6B-808C-4AC8-BE20-B2D7EBA27DAA}" type="presOf" srcId="{FF470A6E-42D4-4EDA-A6D6-995E16D0A635}" destId="{ED4C0976-DB1D-41BB-84FB-C9FB225113AA}" srcOrd="1" destOrd="0" presId="urn:microsoft.com/office/officeart/2005/8/layout/bProcess3"/>
    <dgm:cxn modelId="{77659D4C-5E75-43BB-8279-E253799E05AE}" type="presOf" srcId="{827BEB1F-E973-422E-99AD-EF18E8EE4CCA}" destId="{4334E77F-2A5D-491A-8943-A0021070666D}" srcOrd="1" destOrd="0" presId="urn:microsoft.com/office/officeart/2005/8/layout/bProcess3"/>
    <dgm:cxn modelId="{CCC3FC9C-6B1A-4795-8665-6F9D3D563F64}" type="presOf" srcId="{E0360F45-D726-4D71-9A27-2B66D19CBF53}" destId="{D81E48F3-322B-4F4B-B895-B380266AC6D5}" srcOrd="0" destOrd="0" presId="urn:microsoft.com/office/officeart/2005/8/layout/bProcess3"/>
    <dgm:cxn modelId="{EF8D0ED8-ECB0-4F2B-863C-B966C54CAC55}" srcId="{F5404A81-216E-493F-B3BF-3B75929EED9E}" destId="{5F599034-6371-4C71-83DD-AD2B573A1E4F}" srcOrd="2" destOrd="0" parTransId="{4C9D274E-DDAA-4B50-8AED-A38763E377CC}" sibTransId="{23CDE49C-0E4B-470A-B1B9-EA9483E34A96}"/>
    <dgm:cxn modelId="{442467EB-DDF3-47B2-BC32-610A581481C0}" type="presOf" srcId="{827BEB1F-E973-422E-99AD-EF18E8EE4CCA}" destId="{EAC03D25-7856-419F-B457-F150F048A9C1}" srcOrd="0" destOrd="0" presId="urn:microsoft.com/office/officeart/2005/8/layout/bProcess3"/>
    <dgm:cxn modelId="{63149D44-B869-4BF2-A4EE-9679ADBBEDA1}" srcId="{F5404A81-216E-493F-B3BF-3B75929EED9E}" destId="{C73B32AC-1BA4-404D-B9BE-9B10E2522E82}" srcOrd="0" destOrd="0" parTransId="{850C6131-F46C-463B-ADF6-DDBE4D9E5A0D}" sibTransId="{B2F2B7FC-7AA5-4D39-B875-CC65423423B9}"/>
    <dgm:cxn modelId="{0589DBA8-DE09-41F7-85FE-5EFA15CC1A56}" type="presOf" srcId="{3CB6F3D4-C5A1-48DB-BADC-814086E0F51C}" destId="{FC9F54B4-95CE-4183-BD96-8F1D6A42E77D}" srcOrd="1" destOrd="0" presId="urn:microsoft.com/office/officeart/2005/8/layout/bProcess3"/>
    <dgm:cxn modelId="{2CE3C093-F1EA-4C59-A310-61FB44CE40F2}" type="presOf" srcId="{AEFA5471-35DE-4B74-A64F-45FCF41D73A9}" destId="{ED8EB659-FC3E-4883-89B2-C2D5501871D2}" srcOrd="0" destOrd="0" presId="urn:microsoft.com/office/officeart/2005/8/layout/bProcess3"/>
    <dgm:cxn modelId="{51967E28-8F8B-4F26-9ECF-D38A2C04D8B1}" type="presParOf" srcId="{8FE14A33-67DB-4104-87A4-B9A93B605472}" destId="{C58B674F-976D-41E6-BB58-B82F6CD118BB}" srcOrd="0" destOrd="0" presId="urn:microsoft.com/office/officeart/2005/8/layout/bProcess3"/>
    <dgm:cxn modelId="{3A51C46F-18E5-4F75-88EB-6F0AC7DBA0B7}" type="presParOf" srcId="{8FE14A33-67DB-4104-87A4-B9A93B605472}" destId="{50E07152-40FF-4A93-B422-E7AF6BFC4CD8}" srcOrd="1" destOrd="0" presId="urn:microsoft.com/office/officeart/2005/8/layout/bProcess3"/>
    <dgm:cxn modelId="{5840D3CD-B350-4CD5-A491-101208E2C3EA}" type="presParOf" srcId="{50E07152-40FF-4A93-B422-E7AF6BFC4CD8}" destId="{B9A28786-A542-4AE4-97BA-9DB00722CB21}" srcOrd="0" destOrd="0" presId="urn:microsoft.com/office/officeart/2005/8/layout/bProcess3"/>
    <dgm:cxn modelId="{D5ABCD7F-A326-42CF-875A-778502386FB9}" type="presParOf" srcId="{8FE14A33-67DB-4104-87A4-B9A93B605472}" destId="{ED8EB659-FC3E-4883-89B2-C2D5501871D2}" srcOrd="2" destOrd="0" presId="urn:microsoft.com/office/officeart/2005/8/layout/bProcess3"/>
    <dgm:cxn modelId="{25817100-33FB-43E2-8364-93BEDBA7F26A}" type="presParOf" srcId="{8FE14A33-67DB-4104-87A4-B9A93B605472}" destId="{C0BA9AB4-4C25-4DBF-8839-2CABD95447CD}" srcOrd="3" destOrd="0" presId="urn:microsoft.com/office/officeart/2005/8/layout/bProcess3"/>
    <dgm:cxn modelId="{7F2414D8-7BE9-42A6-86CC-1772FABF6949}" type="presParOf" srcId="{C0BA9AB4-4C25-4DBF-8839-2CABD95447CD}" destId="{ED4C0976-DB1D-41BB-84FB-C9FB225113AA}" srcOrd="0" destOrd="0" presId="urn:microsoft.com/office/officeart/2005/8/layout/bProcess3"/>
    <dgm:cxn modelId="{7C365BBA-C607-461E-B57E-A917D517E70B}" type="presParOf" srcId="{8FE14A33-67DB-4104-87A4-B9A93B605472}" destId="{7EB0C9AB-6ABE-4217-8EBD-4CDAB6A1F135}" srcOrd="4" destOrd="0" presId="urn:microsoft.com/office/officeart/2005/8/layout/bProcess3"/>
    <dgm:cxn modelId="{70B10F05-320C-409B-9878-21BF372609BF}" type="presParOf" srcId="{8FE14A33-67DB-4104-87A4-B9A93B605472}" destId="{AE95D6B5-C24B-4689-B96D-84F7A86C1EF3}" srcOrd="5" destOrd="0" presId="urn:microsoft.com/office/officeart/2005/8/layout/bProcess3"/>
    <dgm:cxn modelId="{3B3D61B8-E992-4578-B918-0A77852B5CDD}" type="presParOf" srcId="{AE95D6B5-C24B-4689-B96D-84F7A86C1EF3}" destId="{7E1AA2AB-6B65-4BC0-8FDA-48869534F9CE}" srcOrd="0" destOrd="0" presId="urn:microsoft.com/office/officeart/2005/8/layout/bProcess3"/>
    <dgm:cxn modelId="{1D3D3E5A-6877-4337-8B95-C8E6CE643961}" type="presParOf" srcId="{8FE14A33-67DB-4104-87A4-B9A93B605472}" destId="{38890907-CB51-49BF-A2AB-CCD5C4E4AFB8}" srcOrd="6" destOrd="0" presId="urn:microsoft.com/office/officeart/2005/8/layout/bProcess3"/>
    <dgm:cxn modelId="{93899487-7AB3-4108-ABB9-836FC56E0B02}" type="presParOf" srcId="{8FE14A33-67DB-4104-87A4-B9A93B605472}" destId="{FED749A7-894E-4AB6-8D4D-82F4023CAB65}" srcOrd="7" destOrd="0" presId="urn:microsoft.com/office/officeart/2005/8/layout/bProcess3"/>
    <dgm:cxn modelId="{35D21741-9A71-45D1-BE2E-BE9DE70539AD}" type="presParOf" srcId="{FED749A7-894E-4AB6-8D4D-82F4023CAB65}" destId="{FC9F54B4-95CE-4183-BD96-8F1D6A42E77D}" srcOrd="0" destOrd="0" presId="urn:microsoft.com/office/officeart/2005/8/layout/bProcess3"/>
    <dgm:cxn modelId="{7033C2E1-3F37-4C1E-A170-348E3B060899}" type="presParOf" srcId="{8FE14A33-67DB-4104-87A4-B9A93B605472}" destId="{D81E48F3-322B-4F4B-B895-B380266AC6D5}" srcOrd="8" destOrd="0" presId="urn:microsoft.com/office/officeart/2005/8/layout/bProcess3"/>
    <dgm:cxn modelId="{F558A08A-8005-42F2-A881-220A486BEE2F}" type="presParOf" srcId="{8FE14A33-67DB-4104-87A4-B9A93B605472}" destId="{27095042-A1C1-4589-9CE3-637B77BB8275}" srcOrd="9" destOrd="0" presId="urn:microsoft.com/office/officeart/2005/8/layout/bProcess3"/>
    <dgm:cxn modelId="{667B18C5-55AE-4A7B-9F92-CB512A87B4DB}" type="presParOf" srcId="{27095042-A1C1-4589-9CE3-637B77BB8275}" destId="{49ABC56C-26CC-4962-8A79-E36926F8772B}" srcOrd="0" destOrd="0" presId="urn:microsoft.com/office/officeart/2005/8/layout/bProcess3"/>
    <dgm:cxn modelId="{59BBF0F6-E3C6-4015-96D0-204337914D78}" type="presParOf" srcId="{8FE14A33-67DB-4104-87A4-B9A93B605472}" destId="{17FD4147-ADC4-45A4-91A2-21576BDA2252}" srcOrd="10" destOrd="0" presId="urn:microsoft.com/office/officeart/2005/8/layout/bProcess3"/>
    <dgm:cxn modelId="{F6394E8C-C576-4D63-9181-8798C615503E}" type="presParOf" srcId="{8FE14A33-67DB-4104-87A4-B9A93B605472}" destId="{EAC03D25-7856-419F-B457-F150F048A9C1}" srcOrd="11" destOrd="0" presId="urn:microsoft.com/office/officeart/2005/8/layout/bProcess3"/>
    <dgm:cxn modelId="{EDE6B807-EFF1-4DC8-99F7-FB9A54345365}" type="presParOf" srcId="{EAC03D25-7856-419F-B457-F150F048A9C1}" destId="{4334E77F-2A5D-491A-8943-A0021070666D}" srcOrd="0" destOrd="0" presId="urn:microsoft.com/office/officeart/2005/8/layout/bProcess3"/>
    <dgm:cxn modelId="{0CAC6A3A-1D7E-4364-BFDE-5BB0EE40A6AF}" type="presParOf" srcId="{8FE14A33-67DB-4104-87A4-B9A93B605472}" destId="{FA18EA03-D9EE-4002-BEC3-4FDBF8D2A795}" srcOrd="12" destOrd="0" presId="urn:microsoft.com/office/officeart/2005/8/layout/bProcess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2FE9DA6-9A84-43F6-BD98-CA163AD400E6}" type="doc">
      <dgm:prSet loTypeId="urn:microsoft.com/office/officeart/2005/8/layout/orgChart1" loCatId="hierarchy" qsTypeId="urn:microsoft.com/office/officeart/2005/8/quickstyle/simple1" qsCatId="simple" csTypeId="urn:microsoft.com/office/officeart/2005/8/colors/accent0_1" csCatId="mainScheme" phldr="1"/>
      <dgm:spPr/>
      <dgm:t>
        <a:bodyPr/>
        <a:lstStyle/>
        <a:p>
          <a:endParaRPr lang="en-US"/>
        </a:p>
      </dgm:t>
    </dgm:pt>
    <dgm:pt modelId="{EE2223E4-E320-483E-A56C-4DB200013095}" type="asst">
      <dgm:prSet phldrT="[Text]"/>
      <dgm:spPr>
        <a:blipFill rotWithShape="0">
          <a:blip xmlns:r="http://schemas.openxmlformats.org/officeDocument/2006/relationships" r:embed="rId1"/>
          <a:stretch>
            <a:fillRect/>
          </a:stretch>
        </a:blipFill>
      </dgm:spPr>
      <dgm:t>
        <a:bodyPr/>
        <a:lstStyle/>
        <a:p>
          <a:endParaRPr lang="en-US" dirty="0"/>
        </a:p>
      </dgm:t>
    </dgm:pt>
    <dgm:pt modelId="{C662744A-5EAD-421F-87E1-6F755B7DFB3A}" type="parTrans" cxnId="{B44CF2BE-B9BD-4B76-8631-06295CBFF49B}">
      <dgm:prSet/>
      <dgm:spPr/>
      <dgm:t>
        <a:bodyPr/>
        <a:lstStyle/>
        <a:p>
          <a:endParaRPr lang="en-US"/>
        </a:p>
      </dgm:t>
    </dgm:pt>
    <dgm:pt modelId="{1A3035CA-AF03-4ABF-A93C-4A683BABCC27}" type="sibTrans" cxnId="{B44CF2BE-B9BD-4B76-8631-06295CBFF49B}">
      <dgm:prSet/>
      <dgm:spPr/>
      <dgm:t>
        <a:bodyPr/>
        <a:lstStyle/>
        <a:p>
          <a:endParaRPr lang="en-US"/>
        </a:p>
      </dgm:t>
    </dgm:pt>
    <dgm:pt modelId="{2D609C17-D17F-4E89-A8E9-843CFA1175FB}">
      <dgm:prSet phldrT="[Text]"/>
      <dgm:spPr>
        <a:blipFill rotWithShape="0">
          <a:blip xmlns:r="http://schemas.openxmlformats.org/officeDocument/2006/relationships" r:embed="rId2"/>
          <a:stretch>
            <a:fillRect/>
          </a:stretch>
        </a:blipFill>
      </dgm:spPr>
      <dgm:t>
        <a:bodyPr/>
        <a:lstStyle/>
        <a:p>
          <a:endParaRPr lang="en-US" dirty="0"/>
        </a:p>
      </dgm:t>
    </dgm:pt>
    <dgm:pt modelId="{2D5B24D2-3727-46A6-9723-EF18F6E43186}" type="sibTrans" cxnId="{3F6FAB00-572B-4F5A-B4D3-B892B7E11EDA}">
      <dgm:prSet/>
      <dgm:spPr/>
      <dgm:t>
        <a:bodyPr/>
        <a:lstStyle/>
        <a:p>
          <a:endParaRPr lang="en-US"/>
        </a:p>
      </dgm:t>
    </dgm:pt>
    <dgm:pt modelId="{6BBC0E49-C668-4027-BD16-9EA95EDF9462}" type="parTrans" cxnId="{3F6FAB00-572B-4F5A-B4D3-B892B7E11EDA}">
      <dgm:prSet/>
      <dgm:spPr/>
      <dgm:t>
        <a:bodyPr/>
        <a:lstStyle/>
        <a:p>
          <a:endParaRPr lang="en-US"/>
        </a:p>
      </dgm:t>
    </dgm:pt>
    <dgm:pt modelId="{A72E2960-65D7-48BE-87F8-F8A984EA3678}">
      <dgm:prSet phldrT="[Text]"/>
      <dgm:spPr>
        <a:blipFill rotWithShape="0">
          <a:blip xmlns:r="http://schemas.openxmlformats.org/officeDocument/2006/relationships" r:embed="rId3"/>
          <a:stretch>
            <a:fillRect/>
          </a:stretch>
        </a:blipFill>
      </dgm:spPr>
      <dgm:t>
        <a:bodyPr/>
        <a:lstStyle/>
        <a:p>
          <a:endParaRPr lang="en-US" dirty="0"/>
        </a:p>
      </dgm:t>
    </dgm:pt>
    <dgm:pt modelId="{BF23E2B3-D909-46D8-B5A4-009E712DEE8C}" type="sibTrans" cxnId="{4BA50F37-FC67-4D6C-8A20-E2784DFB778E}">
      <dgm:prSet/>
      <dgm:spPr/>
      <dgm:t>
        <a:bodyPr/>
        <a:lstStyle/>
        <a:p>
          <a:endParaRPr lang="en-US"/>
        </a:p>
      </dgm:t>
    </dgm:pt>
    <dgm:pt modelId="{7777DB4D-15E5-4455-B8D8-2781D1E8B45D}" type="parTrans" cxnId="{4BA50F37-FC67-4D6C-8A20-E2784DFB778E}">
      <dgm:prSet/>
      <dgm:spPr/>
      <dgm:t>
        <a:bodyPr/>
        <a:lstStyle/>
        <a:p>
          <a:endParaRPr lang="en-US"/>
        </a:p>
      </dgm:t>
    </dgm:pt>
    <dgm:pt modelId="{D47D2C42-CA56-4B6A-BD90-C54F3F0DC676}">
      <dgm:prSet phldrT="[Text]"/>
      <dgm:spPr>
        <a:blipFill rotWithShape="0">
          <a:blip xmlns:r="http://schemas.openxmlformats.org/officeDocument/2006/relationships" r:embed="rId4"/>
          <a:stretch>
            <a:fillRect/>
          </a:stretch>
        </a:blipFill>
      </dgm:spPr>
      <dgm:t>
        <a:bodyPr/>
        <a:lstStyle/>
        <a:p>
          <a:endParaRPr lang="en-US" dirty="0"/>
        </a:p>
      </dgm:t>
    </dgm:pt>
    <dgm:pt modelId="{CC075232-4291-4FB0-B24E-1C9B9CAC5639}" type="sibTrans" cxnId="{7FA7F82B-9E6B-4D4A-B221-3446E7A8FE18}">
      <dgm:prSet/>
      <dgm:spPr/>
      <dgm:t>
        <a:bodyPr/>
        <a:lstStyle/>
        <a:p>
          <a:endParaRPr lang="en-US"/>
        </a:p>
      </dgm:t>
    </dgm:pt>
    <dgm:pt modelId="{922E3F6F-8BCA-4D2C-A713-FD13C378AF92}" type="parTrans" cxnId="{7FA7F82B-9E6B-4D4A-B221-3446E7A8FE18}">
      <dgm:prSet/>
      <dgm:spPr/>
      <dgm:t>
        <a:bodyPr/>
        <a:lstStyle/>
        <a:p>
          <a:endParaRPr lang="en-US"/>
        </a:p>
      </dgm:t>
    </dgm:pt>
    <dgm:pt modelId="{C6B136E5-6E9E-4AC4-BEED-21D6D423EB4B}" type="pres">
      <dgm:prSet presAssocID="{C2FE9DA6-9A84-43F6-BD98-CA163AD400E6}" presName="hierChild1" presStyleCnt="0">
        <dgm:presLayoutVars>
          <dgm:orgChart val="1"/>
          <dgm:chPref val="1"/>
          <dgm:dir/>
          <dgm:animOne val="branch"/>
          <dgm:animLvl val="lvl"/>
          <dgm:resizeHandles/>
        </dgm:presLayoutVars>
      </dgm:prSet>
      <dgm:spPr/>
      <dgm:t>
        <a:bodyPr/>
        <a:lstStyle/>
        <a:p>
          <a:endParaRPr lang="en-US"/>
        </a:p>
      </dgm:t>
    </dgm:pt>
    <dgm:pt modelId="{59C9AF61-2076-435F-89DC-ED3BEC80C873}" type="pres">
      <dgm:prSet presAssocID="{D47D2C42-CA56-4B6A-BD90-C54F3F0DC676}" presName="hierRoot1" presStyleCnt="0">
        <dgm:presLayoutVars>
          <dgm:hierBranch val="init"/>
        </dgm:presLayoutVars>
      </dgm:prSet>
      <dgm:spPr/>
    </dgm:pt>
    <dgm:pt modelId="{8D8789FF-2A01-4241-8232-DD8CA937B9B6}" type="pres">
      <dgm:prSet presAssocID="{D47D2C42-CA56-4B6A-BD90-C54F3F0DC676}" presName="rootComposite1" presStyleCnt="0"/>
      <dgm:spPr/>
    </dgm:pt>
    <dgm:pt modelId="{4FB11F89-4BA2-483A-A198-0341AB58ADBD}" type="pres">
      <dgm:prSet presAssocID="{D47D2C42-CA56-4B6A-BD90-C54F3F0DC676}" presName="rootText1" presStyleLbl="node0" presStyleIdx="0" presStyleCnt="1" custScaleX="135864" custScaleY="152675">
        <dgm:presLayoutVars>
          <dgm:chPref val="3"/>
        </dgm:presLayoutVars>
      </dgm:prSet>
      <dgm:spPr/>
      <dgm:t>
        <a:bodyPr/>
        <a:lstStyle/>
        <a:p>
          <a:endParaRPr lang="en-US"/>
        </a:p>
      </dgm:t>
    </dgm:pt>
    <dgm:pt modelId="{CDF33931-DF8E-42F9-9F26-13024BC476D5}" type="pres">
      <dgm:prSet presAssocID="{D47D2C42-CA56-4B6A-BD90-C54F3F0DC676}" presName="rootConnector1" presStyleLbl="node1" presStyleIdx="0" presStyleCnt="0"/>
      <dgm:spPr/>
      <dgm:t>
        <a:bodyPr/>
        <a:lstStyle/>
        <a:p>
          <a:endParaRPr lang="en-US"/>
        </a:p>
      </dgm:t>
    </dgm:pt>
    <dgm:pt modelId="{B54938E8-2889-48F8-9D2B-AB90D5B75978}" type="pres">
      <dgm:prSet presAssocID="{D47D2C42-CA56-4B6A-BD90-C54F3F0DC676}" presName="hierChild2" presStyleCnt="0"/>
      <dgm:spPr/>
    </dgm:pt>
    <dgm:pt modelId="{2F62AB1C-EE2B-4BDC-B6CB-ECDDC5D3E9A2}" type="pres">
      <dgm:prSet presAssocID="{6BBC0E49-C668-4027-BD16-9EA95EDF9462}" presName="Name37" presStyleLbl="parChTrans1D2" presStyleIdx="0" presStyleCnt="3"/>
      <dgm:spPr/>
      <dgm:t>
        <a:bodyPr/>
        <a:lstStyle/>
        <a:p>
          <a:endParaRPr lang="en-US"/>
        </a:p>
      </dgm:t>
    </dgm:pt>
    <dgm:pt modelId="{6D3E3E78-8D6F-4931-AB70-F6F96C0C361F}" type="pres">
      <dgm:prSet presAssocID="{2D609C17-D17F-4E89-A8E9-843CFA1175FB}" presName="hierRoot2" presStyleCnt="0">
        <dgm:presLayoutVars>
          <dgm:hierBranch val="init"/>
        </dgm:presLayoutVars>
      </dgm:prSet>
      <dgm:spPr/>
    </dgm:pt>
    <dgm:pt modelId="{AF513652-8B7A-4D87-ADAC-20F5C4BC0709}" type="pres">
      <dgm:prSet presAssocID="{2D609C17-D17F-4E89-A8E9-843CFA1175FB}" presName="rootComposite" presStyleCnt="0"/>
      <dgm:spPr/>
    </dgm:pt>
    <dgm:pt modelId="{13762710-3E32-4766-8400-4E0D8A6D7B65}" type="pres">
      <dgm:prSet presAssocID="{2D609C17-D17F-4E89-A8E9-843CFA1175FB}" presName="rootText" presStyleLbl="node2" presStyleIdx="0" presStyleCnt="2" custScaleX="233704" custScaleY="240348" custLinFactNeighborX="-2182" custLinFactNeighborY="-9283">
        <dgm:presLayoutVars>
          <dgm:chPref val="3"/>
        </dgm:presLayoutVars>
      </dgm:prSet>
      <dgm:spPr/>
      <dgm:t>
        <a:bodyPr/>
        <a:lstStyle/>
        <a:p>
          <a:endParaRPr lang="en-US"/>
        </a:p>
      </dgm:t>
    </dgm:pt>
    <dgm:pt modelId="{3E94044D-C714-4AC9-9948-7FEB8EB2B002}" type="pres">
      <dgm:prSet presAssocID="{2D609C17-D17F-4E89-A8E9-843CFA1175FB}" presName="rootConnector" presStyleLbl="node2" presStyleIdx="0" presStyleCnt="2"/>
      <dgm:spPr/>
      <dgm:t>
        <a:bodyPr/>
        <a:lstStyle/>
        <a:p>
          <a:endParaRPr lang="en-US"/>
        </a:p>
      </dgm:t>
    </dgm:pt>
    <dgm:pt modelId="{D8E48743-0271-4DC3-A017-96B1F01AFC1C}" type="pres">
      <dgm:prSet presAssocID="{2D609C17-D17F-4E89-A8E9-843CFA1175FB}" presName="hierChild4" presStyleCnt="0"/>
      <dgm:spPr/>
    </dgm:pt>
    <dgm:pt modelId="{A80714FD-2EB2-41B1-8A07-7E92BE70742C}" type="pres">
      <dgm:prSet presAssocID="{2D609C17-D17F-4E89-A8E9-843CFA1175FB}" presName="hierChild5" presStyleCnt="0"/>
      <dgm:spPr/>
    </dgm:pt>
    <dgm:pt modelId="{1D008C19-CC4E-4AFB-AA61-FBF8C103A24D}" type="pres">
      <dgm:prSet presAssocID="{7777DB4D-15E5-4455-B8D8-2781D1E8B45D}" presName="Name37" presStyleLbl="parChTrans1D2" presStyleIdx="1" presStyleCnt="3"/>
      <dgm:spPr/>
      <dgm:t>
        <a:bodyPr/>
        <a:lstStyle/>
        <a:p>
          <a:endParaRPr lang="en-US"/>
        </a:p>
      </dgm:t>
    </dgm:pt>
    <dgm:pt modelId="{ADE96213-0955-4B1C-8E68-539F876CA15F}" type="pres">
      <dgm:prSet presAssocID="{A72E2960-65D7-48BE-87F8-F8A984EA3678}" presName="hierRoot2" presStyleCnt="0">
        <dgm:presLayoutVars>
          <dgm:hierBranch val="init"/>
        </dgm:presLayoutVars>
      </dgm:prSet>
      <dgm:spPr/>
    </dgm:pt>
    <dgm:pt modelId="{BFD96E52-4212-4E7E-9860-32290A092EA0}" type="pres">
      <dgm:prSet presAssocID="{A72E2960-65D7-48BE-87F8-F8A984EA3678}" presName="rootComposite" presStyleCnt="0"/>
      <dgm:spPr/>
    </dgm:pt>
    <dgm:pt modelId="{27388BEA-A25F-49DC-A614-BB4EADA774BA}" type="pres">
      <dgm:prSet presAssocID="{A72E2960-65D7-48BE-87F8-F8A984EA3678}" presName="rootText" presStyleLbl="node2" presStyleIdx="1" presStyleCnt="2" custScaleX="254045" custScaleY="240182" custLinFactNeighborX="3077" custLinFactNeighborY="-8984">
        <dgm:presLayoutVars>
          <dgm:chPref val="3"/>
        </dgm:presLayoutVars>
      </dgm:prSet>
      <dgm:spPr/>
      <dgm:t>
        <a:bodyPr/>
        <a:lstStyle/>
        <a:p>
          <a:endParaRPr lang="en-US"/>
        </a:p>
      </dgm:t>
    </dgm:pt>
    <dgm:pt modelId="{679764D4-4466-42A6-931C-618865BFE13C}" type="pres">
      <dgm:prSet presAssocID="{A72E2960-65D7-48BE-87F8-F8A984EA3678}" presName="rootConnector" presStyleLbl="node2" presStyleIdx="1" presStyleCnt="2"/>
      <dgm:spPr/>
      <dgm:t>
        <a:bodyPr/>
        <a:lstStyle/>
        <a:p>
          <a:endParaRPr lang="en-US"/>
        </a:p>
      </dgm:t>
    </dgm:pt>
    <dgm:pt modelId="{E2B284B2-52A0-494E-8C32-05312C2FB5BC}" type="pres">
      <dgm:prSet presAssocID="{A72E2960-65D7-48BE-87F8-F8A984EA3678}" presName="hierChild4" presStyleCnt="0"/>
      <dgm:spPr/>
    </dgm:pt>
    <dgm:pt modelId="{B013E3B3-FFDE-4BF9-B3C1-ABA8496AD552}" type="pres">
      <dgm:prSet presAssocID="{A72E2960-65D7-48BE-87F8-F8A984EA3678}" presName="hierChild5" presStyleCnt="0"/>
      <dgm:spPr/>
    </dgm:pt>
    <dgm:pt modelId="{E4C50678-BF31-4896-910D-B98D8BD53C8C}" type="pres">
      <dgm:prSet presAssocID="{D47D2C42-CA56-4B6A-BD90-C54F3F0DC676}" presName="hierChild3" presStyleCnt="0"/>
      <dgm:spPr/>
    </dgm:pt>
    <dgm:pt modelId="{098CBF96-9C72-41A7-9AF1-055915BD63B2}" type="pres">
      <dgm:prSet presAssocID="{C662744A-5EAD-421F-87E1-6F755B7DFB3A}" presName="Name111" presStyleLbl="parChTrans1D2" presStyleIdx="2" presStyleCnt="3"/>
      <dgm:spPr/>
      <dgm:t>
        <a:bodyPr/>
        <a:lstStyle/>
        <a:p>
          <a:endParaRPr lang="en-US"/>
        </a:p>
      </dgm:t>
    </dgm:pt>
    <dgm:pt modelId="{31ECB1E5-4C54-48BC-AB5F-EADB1FAD9491}" type="pres">
      <dgm:prSet presAssocID="{EE2223E4-E320-483E-A56C-4DB200013095}" presName="hierRoot3" presStyleCnt="0">
        <dgm:presLayoutVars>
          <dgm:hierBranch val="init"/>
        </dgm:presLayoutVars>
      </dgm:prSet>
      <dgm:spPr/>
    </dgm:pt>
    <dgm:pt modelId="{7CFE5646-15CB-4378-B2AA-88B73CBC8F6E}" type="pres">
      <dgm:prSet presAssocID="{EE2223E4-E320-483E-A56C-4DB200013095}" presName="rootComposite3" presStyleCnt="0"/>
      <dgm:spPr/>
    </dgm:pt>
    <dgm:pt modelId="{59EAD0A3-3279-4011-B8B5-2C4A2ED2444F}" type="pres">
      <dgm:prSet presAssocID="{EE2223E4-E320-483E-A56C-4DB200013095}" presName="rootText3" presStyleLbl="asst1" presStyleIdx="0" presStyleCnt="1" custScaleX="141935" custScaleY="183906" custLinFactNeighborX="83637" custLinFactNeighborY="-4363">
        <dgm:presLayoutVars>
          <dgm:chPref val="3"/>
        </dgm:presLayoutVars>
      </dgm:prSet>
      <dgm:spPr/>
      <dgm:t>
        <a:bodyPr/>
        <a:lstStyle/>
        <a:p>
          <a:endParaRPr lang="en-US"/>
        </a:p>
      </dgm:t>
    </dgm:pt>
    <dgm:pt modelId="{B428F6CD-70BD-4072-8695-83E002DD6FB7}" type="pres">
      <dgm:prSet presAssocID="{EE2223E4-E320-483E-A56C-4DB200013095}" presName="rootConnector3" presStyleLbl="asst1" presStyleIdx="0" presStyleCnt="1"/>
      <dgm:spPr/>
      <dgm:t>
        <a:bodyPr/>
        <a:lstStyle/>
        <a:p>
          <a:endParaRPr lang="en-US"/>
        </a:p>
      </dgm:t>
    </dgm:pt>
    <dgm:pt modelId="{D7C68285-E4FF-473E-9626-E92420B2B626}" type="pres">
      <dgm:prSet presAssocID="{EE2223E4-E320-483E-A56C-4DB200013095}" presName="hierChild6" presStyleCnt="0"/>
      <dgm:spPr/>
    </dgm:pt>
    <dgm:pt modelId="{992E3526-6966-4A55-A1FC-C3A83B45AFD3}" type="pres">
      <dgm:prSet presAssocID="{EE2223E4-E320-483E-A56C-4DB200013095}" presName="hierChild7" presStyleCnt="0"/>
      <dgm:spPr/>
    </dgm:pt>
  </dgm:ptLst>
  <dgm:cxnLst>
    <dgm:cxn modelId="{6E843A57-1FC2-4C42-B56E-863CA8279D6B}" type="presOf" srcId="{C662744A-5EAD-421F-87E1-6F755B7DFB3A}" destId="{098CBF96-9C72-41A7-9AF1-055915BD63B2}" srcOrd="0" destOrd="0" presId="urn:microsoft.com/office/officeart/2005/8/layout/orgChart1"/>
    <dgm:cxn modelId="{C6F334D0-7BB1-4E24-B507-6ADBF2AF3A5F}" type="presOf" srcId="{A72E2960-65D7-48BE-87F8-F8A984EA3678}" destId="{679764D4-4466-42A6-931C-618865BFE13C}" srcOrd="1" destOrd="0" presId="urn:microsoft.com/office/officeart/2005/8/layout/orgChart1"/>
    <dgm:cxn modelId="{5CBD2F2A-3CD3-4C1D-9EEF-1CBD0A399306}" type="presOf" srcId="{A72E2960-65D7-48BE-87F8-F8A984EA3678}" destId="{27388BEA-A25F-49DC-A614-BB4EADA774BA}" srcOrd="0" destOrd="0" presId="urn:microsoft.com/office/officeart/2005/8/layout/orgChart1"/>
    <dgm:cxn modelId="{FA187227-9CE6-4751-A7F4-831CB8B2313C}" type="presOf" srcId="{C2FE9DA6-9A84-43F6-BD98-CA163AD400E6}" destId="{C6B136E5-6E9E-4AC4-BEED-21D6D423EB4B}" srcOrd="0" destOrd="0" presId="urn:microsoft.com/office/officeart/2005/8/layout/orgChart1"/>
    <dgm:cxn modelId="{7FA7F82B-9E6B-4D4A-B221-3446E7A8FE18}" srcId="{C2FE9DA6-9A84-43F6-BD98-CA163AD400E6}" destId="{D47D2C42-CA56-4B6A-BD90-C54F3F0DC676}" srcOrd="0" destOrd="0" parTransId="{922E3F6F-8BCA-4D2C-A713-FD13C378AF92}" sibTransId="{CC075232-4291-4FB0-B24E-1C9B9CAC5639}"/>
    <dgm:cxn modelId="{750AF2EC-DD7C-4A10-ACAA-7050200196FF}" type="presOf" srcId="{D47D2C42-CA56-4B6A-BD90-C54F3F0DC676}" destId="{4FB11F89-4BA2-483A-A198-0341AB58ADBD}" srcOrd="0" destOrd="0" presId="urn:microsoft.com/office/officeart/2005/8/layout/orgChart1"/>
    <dgm:cxn modelId="{F3441C1D-D6C5-4B75-8208-656FC3C346EE}" type="presOf" srcId="{6BBC0E49-C668-4027-BD16-9EA95EDF9462}" destId="{2F62AB1C-EE2B-4BDC-B6CB-ECDDC5D3E9A2}" srcOrd="0" destOrd="0" presId="urn:microsoft.com/office/officeart/2005/8/layout/orgChart1"/>
    <dgm:cxn modelId="{3F6FAB00-572B-4F5A-B4D3-B892B7E11EDA}" srcId="{D47D2C42-CA56-4B6A-BD90-C54F3F0DC676}" destId="{2D609C17-D17F-4E89-A8E9-843CFA1175FB}" srcOrd="1" destOrd="0" parTransId="{6BBC0E49-C668-4027-BD16-9EA95EDF9462}" sibTransId="{2D5B24D2-3727-46A6-9723-EF18F6E43186}"/>
    <dgm:cxn modelId="{97E99F6B-C6D4-4204-89B0-753AA9E99E6C}" type="presOf" srcId="{EE2223E4-E320-483E-A56C-4DB200013095}" destId="{59EAD0A3-3279-4011-B8B5-2C4A2ED2444F}" srcOrd="0" destOrd="0" presId="urn:microsoft.com/office/officeart/2005/8/layout/orgChart1"/>
    <dgm:cxn modelId="{C1975C50-EE08-4F22-8851-940D1208C6B4}" type="presOf" srcId="{2D609C17-D17F-4E89-A8E9-843CFA1175FB}" destId="{13762710-3E32-4766-8400-4E0D8A6D7B65}" srcOrd="0" destOrd="0" presId="urn:microsoft.com/office/officeart/2005/8/layout/orgChart1"/>
    <dgm:cxn modelId="{B44CF2BE-B9BD-4B76-8631-06295CBFF49B}" srcId="{D47D2C42-CA56-4B6A-BD90-C54F3F0DC676}" destId="{EE2223E4-E320-483E-A56C-4DB200013095}" srcOrd="0" destOrd="0" parTransId="{C662744A-5EAD-421F-87E1-6F755B7DFB3A}" sibTransId="{1A3035CA-AF03-4ABF-A93C-4A683BABCC27}"/>
    <dgm:cxn modelId="{3B14A46B-5FFC-4DC4-90F8-4CFBC393F3E7}" type="presOf" srcId="{EE2223E4-E320-483E-A56C-4DB200013095}" destId="{B428F6CD-70BD-4072-8695-83E002DD6FB7}" srcOrd="1" destOrd="0" presId="urn:microsoft.com/office/officeart/2005/8/layout/orgChart1"/>
    <dgm:cxn modelId="{01097F83-787E-4F36-AE1D-21EAE56503DE}" type="presOf" srcId="{2D609C17-D17F-4E89-A8E9-843CFA1175FB}" destId="{3E94044D-C714-4AC9-9948-7FEB8EB2B002}" srcOrd="1" destOrd="0" presId="urn:microsoft.com/office/officeart/2005/8/layout/orgChart1"/>
    <dgm:cxn modelId="{3332D066-D508-4733-BC14-53FDD5C751DC}" type="presOf" srcId="{7777DB4D-15E5-4455-B8D8-2781D1E8B45D}" destId="{1D008C19-CC4E-4AFB-AA61-FBF8C103A24D}" srcOrd="0" destOrd="0" presId="urn:microsoft.com/office/officeart/2005/8/layout/orgChart1"/>
    <dgm:cxn modelId="{62BA9DDD-7519-4235-8D79-85E267FCB66A}" type="presOf" srcId="{D47D2C42-CA56-4B6A-BD90-C54F3F0DC676}" destId="{CDF33931-DF8E-42F9-9F26-13024BC476D5}" srcOrd="1" destOrd="0" presId="urn:microsoft.com/office/officeart/2005/8/layout/orgChart1"/>
    <dgm:cxn modelId="{4BA50F37-FC67-4D6C-8A20-E2784DFB778E}" srcId="{D47D2C42-CA56-4B6A-BD90-C54F3F0DC676}" destId="{A72E2960-65D7-48BE-87F8-F8A984EA3678}" srcOrd="2" destOrd="0" parTransId="{7777DB4D-15E5-4455-B8D8-2781D1E8B45D}" sibTransId="{BF23E2B3-D909-46D8-B5A4-009E712DEE8C}"/>
    <dgm:cxn modelId="{56E898B1-C883-4424-B190-C95B649A13A7}" type="presParOf" srcId="{C6B136E5-6E9E-4AC4-BEED-21D6D423EB4B}" destId="{59C9AF61-2076-435F-89DC-ED3BEC80C873}" srcOrd="0" destOrd="0" presId="urn:microsoft.com/office/officeart/2005/8/layout/orgChart1"/>
    <dgm:cxn modelId="{F281DCC0-0D85-409E-BDFD-B8DDDCC04796}" type="presParOf" srcId="{59C9AF61-2076-435F-89DC-ED3BEC80C873}" destId="{8D8789FF-2A01-4241-8232-DD8CA937B9B6}" srcOrd="0" destOrd="0" presId="urn:microsoft.com/office/officeart/2005/8/layout/orgChart1"/>
    <dgm:cxn modelId="{8F4DD912-CC96-4D2E-A34D-4D43109235A5}" type="presParOf" srcId="{8D8789FF-2A01-4241-8232-DD8CA937B9B6}" destId="{4FB11F89-4BA2-483A-A198-0341AB58ADBD}" srcOrd="0" destOrd="0" presId="urn:microsoft.com/office/officeart/2005/8/layout/orgChart1"/>
    <dgm:cxn modelId="{D13C63D6-88B8-491D-8401-73239674E1A1}" type="presParOf" srcId="{8D8789FF-2A01-4241-8232-DD8CA937B9B6}" destId="{CDF33931-DF8E-42F9-9F26-13024BC476D5}" srcOrd="1" destOrd="0" presId="urn:microsoft.com/office/officeart/2005/8/layout/orgChart1"/>
    <dgm:cxn modelId="{B4AB54F3-B3E9-40AE-95C9-D61F9D8182CE}" type="presParOf" srcId="{59C9AF61-2076-435F-89DC-ED3BEC80C873}" destId="{B54938E8-2889-48F8-9D2B-AB90D5B75978}" srcOrd="1" destOrd="0" presId="urn:microsoft.com/office/officeart/2005/8/layout/orgChart1"/>
    <dgm:cxn modelId="{72B4201F-6450-4411-A2E6-6D7D7DEB38C9}" type="presParOf" srcId="{B54938E8-2889-48F8-9D2B-AB90D5B75978}" destId="{2F62AB1C-EE2B-4BDC-B6CB-ECDDC5D3E9A2}" srcOrd="0" destOrd="0" presId="urn:microsoft.com/office/officeart/2005/8/layout/orgChart1"/>
    <dgm:cxn modelId="{1BCD0691-37D0-443E-9E78-261DDA8FE171}" type="presParOf" srcId="{B54938E8-2889-48F8-9D2B-AB90D5B75978}" destId="{6D3E3E78-8D6F-4931-AB70-F6F96C0C361F}" srcOrd="1" destOrd="0" presId="urn:microsoft.com/office/officeart/2005/8/layout/orgChart1"/>
    <dgm:cxn modelId="{3D310A38-F736-464A-8893-73615C01B3F9}" type="presParOf" srcId="{6D3E3E78-8D6F-4931-AB70-F6F96C0C361F}" destId="{AF513652-8B7A-4D87-ADAC-20F5C4BC0709}" srcOrd="0" destOrd="0" presId="urn:microsoft.com/office/officeart/2005/8/layout/orgChart1"/>
    <dgm:cxn modelId="{BE5E290C-C71A-43A4-8C22-D13A6E5C92EC}" type="presParOf" srcId="{AF513652-8B7A-4D87-ADAC-20F5C4BC0709}" destId="{13762710-3E32-4766-8400-4E0D8A6D7B65}" srcOrd="0" destOrd="0" presId="urn:microsoft.com/office/officeart/2005/8/layout/orgChart1"/>
    <dgm:cxn modelId="{35A87C3F-2152-4852-9D46-A828E6461F06}" type="presParOf" srcId="{AF513652-8B7A-4D87-ADAC-20F5C4BC0709}" destId="{3E94044D-C714-4AC9-9948-7FEB8EB2B002}" srcOrd="1" destOrd="0" presId="urn:microsoft.com/office/officeart/2005/8/layout/orgChart1"/>
    <dgm:cxn modelId="{FEDAB59F-8DAB-4C51-9B3D-64F47FF36FF8}" type="presParOf" srcId="{6D3E3E78-8D6F-4931-AB70-F6F96C0C361F}" destId="{D8E48743-0271-4DC3-A017-96B1F01AFC1C}" srcOrd="1" destOrd="0" presId="urn:microsoft.com/office/officeart/2005/8/layout/orgChart1"/>
    <dgm:cxn modelId="{A1087F97-AB04-4333-9BB7-0862D9DF96E8}" type="presParOf" srcId="{6D3E3E78-8D6F-4931-AB70-F6F96C0C361F}" destId="{A80714FD-2EB2-41B1-8A07-7E92BE70742C}" srcOrd="2" destOrd="0" presId="urn:microsoft.com/office/officeart/2005/8/layout/orgChart1"/>
    <dgm:cxn modelId="{362B48A0-762A-4826-80E1-1CE82FB21273}" type="presParOf" srcId="{B54938E8-2889-48F8-9D2B-AB90D5B75978}" destId="{1D008C19-CC4E-4AFB-AA61-FBF8C103A24D}" srcOrd="2" destOrd="0" presId="urn:microsoft.com/office/officeart/2005/8/layout/orgChart1"/>
    <dgm:cxn modelId="{DE10881D-B384-4E08-81CF-EF4FBA1ACF83}" type="presParOf" srcId="{B54938E8-2889-48F8-9D2B-AB90D5B75978}" destId="{ADE96213-0955-4B1C-8E68-539F876CA15F}" srcOrd="3" destOrd="0" presId="urn:microsoft.com/office/officeart/2005/8/layout/orgChart1"/>
    <dgm:cxn modelId="{51CCB01D-8A32-424C-A40E-4492E614D642}" type="presParOf" srcId="{ADE96213-0955-4B1C-8E68-539F876CA15F}" destId="{BFD96E52-4212-4E7E-9860-32290A092EA0}" srcOrd="0" destOrd="0" presId="urn:microsoft.com/office/officeart/2005/8/layout/orgChart1"/>
    <dgm:cxn modelId="{F23BEC63-459C-4510-9D9A-3204166C70CA}" type="presParOf" srcId="{BFD96E52-4212-4E7E-9860-32290A092EA0}" destId="{27388BEA-A25F-49DC-A614-BB4EADA774BA}" srcOrd="0" destOrd="0" presId="urn:microsoft.com/office/officeart/2005/8/layout/orgChart1"/>
    <dgm:cxn modelId="{FBEBFDB8-D00A-48F4-8EFB-96A9BEC4D42D}" type="presParOf" srcId="{BFD96E52-4212-4E7E-9860-32290A092EA0}" destId="{679764D4-4466-42A6-931C-618865BFE13C}" srcOrd="1" destOrd="0" presId="urn:microsoft.com/office/officeart/2005/8/layout/orgChart1"/>
    <dgm:cxn modelId="{D9981A89-2397-4C15-9A34-A114D863804B}" type="presParOf" srcId="{ADE96213-0955-4B1C-8E68-539F876CA15F}" destId="{E2B284B2-52A0-494E-8C32-05312C2FB5BC}" srcOrd="1" destOrd="0" presId="urn:microsoft.com/office/officeart/2005/8/layout/orgChart1"/>
    <dgm:cxn modelId="{D808C984-7242-4B78-84D8-7DE2F5024192}" type="presParOf" srcId="{ADE96213-0955-4B1C-8E68-539F876CA15F}" destId="{B013E3B3-FFDE-4BF9-B3C1-ABA8496AD552}" srcOrd="2" destOrd="0" presId="urn:microsoft.com/office/officeart/2005/8/layout/orgChart1"/>
    <dgm:cxn modelId="{9D12C79B-728E-47B7-A977-FC1BB8A9D1E2}" type="presParOf" srcId="{59C9AF61-2076-435F-89DC-ED3BEC80C873}" destId="{E4C50678-BF31-4896-910D-B98D8BD53C8C}" srcOrd="2" destOrd="0" presId="urn:microsoft.com/office/officeart/2005/8/layout/orgChart1"/>
    <dgm:cxn modelId="{6059308E-1228-44DD-B42D-25D3B8B4E654}" type="presParOf" srcId="{E4C50678-BF31-4896-910D-B98D8BD53C8C}" destId="{098CBF96-9C72-41A7-9AF1-055915BD63B2}" srcOrd="0" destOrd="0" presId="urn:microsoft.com/office/officeart/2005/8/layout/orgChart1"/>
    <dgm:cxn modelId="{7DCE7F70-AFA8-4AC2-A400-D6C810520A2D}" type="presParOf" srcId="{E4C50678-BF31-4896-910D-B98D8BD53C8C}" destId="{31ECB1E5-4C54-48BC-AB5F-EADB1FAD9491}" srcOrd="1" destOrd="0" presId="urn:microsoft.com/office/officeart/2005/8/layout/orgChart1"/>
    <dgm:cxn modelId="{C6C68148-4CE2-46D1-B8C3-618235BDD202}" type="presParOf" srcId="{31ECB1E5-4C54-48BC-AB5F-EADB1FAD9491}" destId="{7CFE5646-15CB-4378-B2AA-88B73CBC8F6E}" srcOrd="0" destOrd="0" presId="urn:microsoft.com/office/officeart/2005/8/layout/orgChart1"/>
    <dgm:cxn modelId="{CCD12814-FC8B-4858-AEA3-F06E420C2047}" type="presParOf" srcId="{7CFE5646-15CB-4378-B2AA-88B73CBC8F6E}" destId="{59EAD0A3-3279-4011-B8B5-2C4A2ED2444F}" srcOrd="0" destOrd="0" presId="urn:microsoft.com/office/officeart/2005/8/layout/orgChart1"/>
    <dgm:cxn modelId="{51750CCE-EEC1-4105-9A4A-B8E151DEABB0}" type="presParOf" srcId="{7CFE5646-15CB-4378-B2AA-88B73CBC8F6E}" destId="{B428F6CD-70BD-4072-8695-83E002DD6FB7}" srcOrd="1" destOrd="0" presId="urn:microsoft.com/office/officeart/2005/8/layout/orgChart1"/>
    <dgm:cxn modelId="{64156F90-A1E7-4D12-B23F-BBF014BC112A}" type="presParOf" srcId="{31ECB1E5-4C54-48BC-AB5F-EADB1FAD9491}" destId="{D7C68285-E4FF-473E-9626-E92420B2B626}" srcOrd="1" destOrd="0" presId="urn:microsoft.com/office/officeart/2005/8/layout/orgChart1"/>
    <dgm:cxn modelId="{C5778EA3-00A3-430A-B21A-DBE42C83D41C}" type="presParOf" srcId="{31ECB1E5-4C54-48BC-AB5F-EADB1FAD9491}" destId="{992E3526-6966-4A55-A1FC-C3A83B45AFD3}" srcOrd="2" destOrd="0" presId="urn:microsoft.com/office/officeart/2005/8/layout/orgChart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0E07152-40FF-4A93-B422-E7AF6BFC4CD8}">
      <dsp:nvSpPr>
        <dsp:cNvPr id="0" name=""/>
        <dsp:cNvSpPr/>
      </dsp:nvSpPr>
      <dsp:spPr>
        <a:xfrm>
          <a:off x="2372044" y="1490096"/>
          <a:ext cx="514875" cy="91440"/>
        </a:xfrm>
        <a:custGeom>
          <a:avLst/>
          <a:gdLst/>
          <a:ahLst/>
          <a:cxnLst/>
          <a:rect l="0" t="0" r="0" b="0"/>
          <a:pathLst>
            <a:path>
              <a:moveTo>
                <a:pt x="0" y="45720"/>
              </a:moveTo>
              <a:lnTo>
                <a:pt x="514875" y="45720"/>
              </a:lnTo>
            </a:path>
          </a:pathLst>
        </a:custGeom>
        <a:noFill/>
        <a:ln w="10000" cap="flat" cmpd="sng" algn="ctr">
          <a:solidFill>
            <a:schemeClr val="dk2">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n-US" sz="500" kern="1200"/>
        </a:p>
      </dsp:txBody>
      <dsp:txXfrm>
        <a:off x="2615845" y="1533088"/>
        <a:ext cx="27273" cy="5454"/>
      </dsp:txXfrm>
    </dsp:sp>
    <dsp:sp modelId="{C58B674F-976D-41E6-BB58-B82F6CD118BB}">
      <dsp:nvSpPr>
        <dsp:cNvPr id="0" name=""/>
        <dsp:cNvSpPr/>
      </dsp:nvSpPr>
      <dsp:spPr>
        <a:xfrm>
          <a:off x="2214" y="824326"/>
          <a:ext cx="2371630" cy="1422978"/>
        </a:xfrm>
        <a:prstGeom prst="rect">
          <a:avLst/>
        </a:prstGeom>
        <a:solidFill>
          <a:schemeClr val="lt1">
            <a:hueOff val="0"/>
            <a:satOff val="0"/>
            <a:lumOff val="0"/>
            <a:alphaOff val="0"/>
          </a:schemeClr>
        </a:solidFill>
        <a:ln w="53975" cap="flat" cmpd="dbl" algn="ctr">
          <a:solidFill>
            <a:schemeClr val="dk2">
              <a:shade val="80000"/>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120904" tIns="120904" rIns="120904" bIns="120904" numCol="1" spcCol="1270" anchor="ctr" anchorCtr="0">
          <a:noAutofit/>
        </a:bodyPr>
        <a:lstStyle/>
        <a:p>
          <a:pPr lvl="0" algn="ctr" defTabSz="755650">
            <a:lnSpc>
              <a:spcPct val="90000"/>
            </a:lnSpc>
            <a:spcBef>
              <a:spcPct val="0"/>
            </a:spcBef>
            <a:spcAft>
              <a:spcPct val="35000"/>
            </a:spcAft>
          </a:pPr>
          <a:r>
            <a:rPr lang="en-US" sz="1700" kern="1200" dirty="0" smtClean="0"/>
            <a:t>Available thrusters are just too big for our application</a:t>
          </a:r>
          <a:endParaRPr lang="en-US" sz="1700" kern="1200" dirty="0"/>
        </a:p>
      </dsp:txBody>
      <dsp:txXfrm>
        <a:off x="2214" y="824326"/>
        <a:ext cx="2371630" cy="1422978"/>
      </dsp:txXfrm>
    </dsp:sp>
    <dsp:sp modelId="{C0BA9AB4-4C25-4DBF-8839-2CABD95447CD}">
      <dsp:nvSpPr>
        <dsp:cNvPr id="0" name=""/>
        <dsp:cNvSpPr/>
      </dsp:nvSpPr>
      <dsp:spPr>
        <a:xfrm>
          <a:off x="5289150" y="1490096"/>
          <a:ext cx="514875" cy="91440"/>
        </a:xfrm>
        <a:custGeom>
          <a:avLst/>
          <a:gdLst/>
          <a:ahLst/>
          <a:cxnLst/>
          <a:rect l="0" t="0" r="0" b="0"/>
          <a:pathLst>
            <a:path>
              <a:moveTo>
                <a:pt x="0" y="45720"/>
              </a:moveTo>
              <a:lnTo>
                <a:pt x="514875" y="45720"/>
              </a:lnTo>
            </a:path>
          </a:pathLst>
        </a:custGeom>
        <a:noFill/>
        <a:ln w="10000" cap="flat" cmpd="sng" algn="ctr">
          <a:solidFill>
            <a:schemeClr val="dk2">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n-US" sz="500" kern="1200"/>
        </a:p>
      </dsp:txBody>
      <dsp:txXfrm>
        <a:off x="5532951" y="1533088"/>
        <a:ext cx="27273" cy="5454"/>
      </dsp:txXfrm>
    </dsp:sp>
    <dsp:sp modelId="{ED8EB659-FC3E-4883-89B2-C2D5501871D2}">
      <dsp:nvSpPr>
        <dsp:cNvPr id="0" name=""/>
        <dsp:cNvSpPr/>
      </dsp:nvSpPr>
      <dsp:spPr>
        <a:xfrm>
          <a:off x="2919320" y="824326"/>
          <a:ext cx="2371630" cy="1422978"/>
        </a:xfrm>
        <a:prstGeom prst="rect">
          <a:avLst/>
        </a:prstGeom>
        <a:solidFill>
          <a:schemeClr val="lt1">
            <a:hueOff val="0"/>
            <a:satOff val="0"/>
            <a:lumOff val="0"/>
            <a:alphaOff val="0"/>
          </a:schemeClr>
        </a:solidFill>
        <a:ln w="53975" cap="flat" cmpd="dbl" algn="ctr">
          <a:solidFill>
            <a:schemeClr val="dk2">
              <a:shade val="80000"/>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120904" tIns="120904" rIns="120904" bIns="120904" numCol="1" spcCol="1270" anchor="ctr" anchorCtr="0">
          <a:noAutofit/>
        </a:bodyPr>
        <a:lstStyle/>
        <a:p>
          <a:pPr lvl="0" algn="ctr" defTabSz="755650">
            <a:lnSpc>
              <a:spcPct val="90000"/>
            </a:lnSpc>
            <a:spcBef>
              <a:spcPct val="0"/>
            </a:spcBef>
            <a:spcAft>
              <a:spcPct val="35000"/>
            </a:spcAft>
          </a:pPr>
          <a:r>
            <a:rPr lang="en-US" sz="1700" kern="1200" dirty="0" smtClean="0"/>
            <a:t>Replacing a centrifugal  pump impeller with a propeller is a solution</a:t>
          </a:r>
          <a:endParaRPr lang="en-US" sz="1700" kern="1200" dirty="0"/>
        </a:p>
      </dsp:txBody>
      <dsp:txXfrm>
        <a:off x="2919320" y="824326"/>
        <a:ext cx="2371630" cy="1422978"/>
      </dsp:txXfrm>
    </dsp:sp>
    <dsp:sp modelId="{AE95D6B5-C24B-4689-B96D-84F7A86C1EF3}">
      <dsp:nvSpPr>
        <dsp:cNvPr id="0" name=""/>
        <dsp:cNvSpPr/>
      </dsp:nvSpPr>
      <dsp:spPr>
        <a:xfrm>
          <a:off x="8206256" y="1490096"/>
          <a:ext cx="514875" cy="91440"/>
        </a:xfrm>
        <a:custGeom>
          <a:avLst/>
          <a:gdLst/>
          <a:ahLst/>
          <a:cxnLst/>
          <a:rect l="0" t="0" r="0" b="0"/>
          <a:pathLst>
            <a:path>
              <a:moveTo>
                <a:pt x="0" y="45720"/>
              </a:moveTo>
              <a:lnTo>
                <a:pt x="514875" y="45720"/>
              </a:lnTo>
            </a:path>
          </a:pathLst>
        </a:custGeom>
        <a:noFill/>
        <a:ln w="10000" cap="flat" cmpd="sng" algn="ctr">
          <a:solidFill>
            <a:schemeClr val="dk2">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n-US" sz="500" kern="1200"/>
        </a:p>
      </dsp:txBody>
      <dsp:txXfrm>
        <a:off x="8450057" y="1533088"/>
        <a:ext cx="27273" cy="5454"/>
      </dsp:txXfrm>
    </dsp:sp>
    <dsp:sp modelId="{7EB0C9AB-6ABE-4217-8EBD-4CDAB6A1F135}">
      <dsp:nvSpPr>
        <dsp:cNvPr id="0" name=""/>
        <dsp:cNvSpPr/>
      </dsp:nvSpPr>
      <dsp:spPr>
        <a:xfrm>
          <a:off x="5836426" y="824326"/>
          <a:ext cx="2371630" cy="1422978"/>
        </a:xfrm>
        <a:prstGeom prst="rect">
          <a:avLst/>
        </a:prstGeom>
        <a:solidFill>
          <a:schemeClr val="lt1">
            <a:hueOff val="0"/>
            <a:satOff val="0"/>
            <a:lumOff val="0"/>
            <a:alphaOff val="0"/>
          </a:schemeClr>
        </a:solidFill>
        <a:ln w="53975" cap="flat" cmpd="dbl" algn="ctr">
          <a:solidFill>
            <a:schemeClr val="dk2">
              <a:shade val="80000"/>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120904" tIns="120904" rIns="120904" bIns="120904" numCol="1" spcCol="1270" anchor="ctr" anchorCtr="0">
          <a:noAutofit/>
        </a:bodyPr>
        <a:lstStyle/>
        <a:p>
          <a:pPr lvl="0" algn="ctr" defTabSz="755650">
            <a:lnSpc>
              <a:spcPct val="90000"/>
            </a:lnSpc>
            <a:spcBef>
              <a:spcPct val="0"/>
            </a:spcBef>
            <a:spcAft>
              <a:spcPct val="35000"/>
            </a:spcAft>
          </a:pPr>
          <a:r>
            <a:rPr lang="en-US" sz="1700" b="0" kern="1200" dirty="0" smtClean="0"/>
            <a:t>Assuming maximum velocity  = 0.2m/s </a:t>
          </a:r>
          <a:r>
            <a:rPr lang="en-US" sz="1200" b="0" kern="1200" dirty="0" smtClean="0"/>
            <a:t>&lt;  1km/h </a:t>
          </a:r>
          <a:r>
            <a:rPr lang="en-US" sz="1700" b="0" kern="1200" dirty="0" smtClean="0"/>
            <a:t>and drag force  = 0.32N</a:t>
          </a:r>
          <a:endParaRPr lang="en-US" sz="1700" b="0" kern="1200" dirty="0"/>
        </a:p>
      </dsp:txBody>
      <dsp:txXfrm>
        <a:off x="5836426" y="824326"/>
        <a:ext cx="2371630" cy="1422978"/>
      </dsp:txXfrm>
    </dsp:sp>
    <dsp:sp modelId="{FED749A7-894E-4AB6-8D4D-82F4023CAB65}">
      <dsp:nvSpPr>
        <dsp:cNvPr id="0" name=""/>
        <dsp:cNvSpPr/>
      </dsp:nvSpPr>
      <dsp:spPr>
        <a:xfrm>
          <a:off x="1188029" y="2245505"/>
          <a:ext cx="8751317" cy="514875"/>
        </a:xfrm>
        <a:custGeom>
          <a:avLst/>
          <a:gdLst/>
          <a:ahLst/>
          <a:cxnLst/>
          <a:rect l="0" t="0" r="0" b="0"/>
          <a:pathLst>
            <a:path>
              <a:moveTo>
                <a:pt x="8751317" y="0"/>
              </a:moveTo>
              <a:lnTo>
                <a:pt x="8751317" y="274537"/>
              </a:lnTo>
              <a:lnTo>
                <a:pt x="0" y="274537"/>
              </a:lnTo>
              <a:lnTo>
                <a:pt x="0" y="514875"/>
              </a:lnTo>
            </a:path>
          </a:pathLst>
        </a:custGeom>
        <a:noFill/>
        <a:ln w="10000" cap="flat" cmpd="sng" algn="ctr">
          <a:solidFill>
            <a:schemeClr val="dk2">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n-US" sz="500" kern="1200"/>
        </a:p>
      </dsp:txBody>
      <dsp:txXfrm>
        <a:off x="5344480" y="2500215"/>
        <a:ext cx="438415" cy="5454"/>
      </dsp:txXfrm>
    </dsp:sp>
    <dsp:sp modelId="{38890907-CB51-49BF-A2AB-CCD5C4E4AFB8}">
      <dsp:nvSpPr>
        <dsp:cNvPr id="0" name=""/>
        <dsp:cNvSpPr/>
      </dsp:nvSpPr>
      <dsp:spPr>
        <a:xfrm>
          <a:off x="8753532" y="824326"/>
          <a:ext cx="2371630" cy="1422978"/>
        </a:xfrm>
        <a:prstGeom prst="rect">
          <a:avLst/>
        </a:prstGeom>
        <a:solidFill>
          <a:schemeClr val="lt1">
            <a:hueOff val="0"/>
            <a:satOff val="0"/>
            <a:lumOff val="0"/>
            <a:alphaOff val="0"/>
          </a:schemeClr>
        </a:solidFill>
        <a:ln w="53975" cap="flat" cmpd="dbl" algn="ctr">
          <a:solidFill>
            <a:schemeClr val="dk2">
              <a:shade val="80000"/>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120904" tIns="120904" rIns="120904" bIns="120904" numCol="1" spcCol="1270" anchor="ctr" anchorCtr="0">
          <a:noAutofit/>
        </a:bodyPr>
        <a:lstStyle/>
        <a:p>
          <a:pPr lvl="0" algn="ctr" defTabSz="755650">
            <a:lnSpc>
              <a:spcPct val="90000"/>
            </a:lnSpc>
            <a:spcBef>
              <a:spcPct val="0"/>
            </a:spcBef>
            <a:spcAft>
              <a:spcPct val="35000"/>
            </a:spcAft>
          </a:pPr>
          <a:r>
            <a:rPr lang="en-US" sz="1700" kern="1200" dirty="0" smtClean="0"/>
            <a:t>Suitable pumps required for each thruster of flow rate of 55.5 l/min</a:t>
          </a:r>
          <a:endParaRPr lang="en-US" sz="1700" kern="1200" dirty="0"/>
        </a:p>
      </dsp:txBody>
      <dsp:txXfrm>
        <a:off x="8753532" y="824326"/>
        <a:ext cx="2371630" cy="1422978"/>
      </dsp:txXfrm>
    </dsp:sp>
    <dsp:sp modelId="{27095042-A1C1-4589-9CE3-637B77BB8275}">
      <dsp:nvSpPr>
        <dsp:cNvPr id="0" name=""/>
        <dsp:cNvSpPr/>
      </dsp:nvSpPr>
      <dsp:spPr>
        <a:xfrm>
          <a:off x="2372044" y="3458549"/>
          <a:ext cx="514875" cy="91440"/>
        </a:xfrm>
        <a:custGeom>
          <a:avLst/>
          <a:gdLst/>
          <a:ahLst/>
          <a:cxnLst/>
          <a:rect l="0" t="0" r="0" b="0"/>
          <a:pathLst>
            <a:path>
              <a:moveTo>
                <a:pt x="0" y="45720"/>
              </a:moveTo>
              <a:lnTo>
                <a:pt x="514875" y="45720"/>
              </a:lnTo>
            </a:path>
          </a:pathLst>
        </a:custGeom>
        <a:noFill/>
        <a:ln w="10000" cap="flat" cmpd="sng" algn="ctr">
          <a:solidFill>
            <a:schemeClr val="dk2">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n-US" sz="500" kern="1200"/>
        </a:p>
      </dsp:txBody>
      <dsp:txXfrm>
        <a:off x="2615845" y="3501542"/>
        <a:ext cx="27273" cy="5454"/>
      </dsp:txXfrm>
    </dsp:sp>
    <dsp:sp modelId="{D81E48F3-322B-4F4B-B895-B380266AC6D5}">
      <dsp:nvSpPr>
        <dsp:cNvPr id="0" name=""/>
        <dsp:cNvSpPr/>
      </dsp:nvSpPr>
      <dsp:spPr>
        <a:xfrm>
          <a:off x="2214" y="2792780"/>
          <a:ext cx="2371630" cy="1422978"/>
        </a:xfrm>
        <a:prstGeom prst="rect">
          <a:avLst/>
        </a:prstGeom>
        <a:solidFill>
          <a:schemeClr val="lt1">
            <a:hueOff val="0"/>
            <a:satOff val="0"/>
            <a:lumOff val="0"/>
            <a:alphaOff val="0"/>
          </a:schemeClr>
        </a:solidFill>
        <a:ln w="53975" cap="flat" cmpd="dbl" algn="ctr">
          <a:solidFill>
            <a:schemeClr val="dk2">
              <a:shade val="80000"/>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120904" tIns="120904" rIns="120904" bIns="120904" numCol="1" spcCol="1270" anchor="ctr" anchorCtr="0">
          <a:noAutofit/>
        </a:bodyPr>
        <a:lstStyle/>
        <a:p>
          <a:pPr lvl="0" algn="ctr" defTabSz="755650">
            <a:lnSpc>
              <a:spcPct val="90000"/>
            </a:lnSpc>
            <a:spcBef>
              <a:spcPct val="0"/>
            </a:spcBef>
            <a:spcAft>
              <a:spcPct val="35000"/>
            </a:spcAft>
          </a:pPr>
          <a:r>
            <a:rPr lang="en-US" sz="1700" kern="1200" dirty="0" smtClean="0"/>
            <a:t>Suitable pumps available were of flow rate of 63 l/min</a:t>
          </a:r>
          <a:endParaRPr lang="en-US" sz="1700" kern="1200" dirty="0"/>
        </a:p>
      </dsp:txBody>
      <dsp:txXfrm>
        <a:off x="2214" y="2792780"/>
        <a:ext cx="2371630" cy="1422978"/>
      </dsp:txXfrm>
    </dsp:sp>
    <dsp:sp modelId="{EAC03D25-7856-419F-B457-F150F048A9C1}">
      <dsp:nvSpPr>
        <dsp:cNvPr id="0" name=""/>
        <dsp:cNvSpPr/>
      </dsp:nvSpPr>
      <dsp:spPr>
        <a:xfrm>
          <a:off x="5289150" y="3458549"/>
          <a:ext cx="514875" cy="91440"/>
        </a:xfrm>
        <a:custGeom>
          <a:avLst/>
          <a:gdLst/>
          <a:ahLst/>
          <a:cxnLst/>
          <a:rect l="0" t="0" r="0" b="0"/>
          <a:pathLst>
            <a:path>
              <a:moveTo>
                <a:pt x="0" y="45720"/>
              </a:moveTo>
              <a:lnTo>
                <a:pt x="514875" y="45720"/>
              </a:lnTo>
            </a:path>
          </a:pathLst>
        </a:custGeom>
        <a:noFill/>
        <a:ln w="10000" cap="flat" cmpd="sng" algn="ctr">
          <a:solidFill>
            <a:schemeClr val="dk2">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n-US" sz="500" kern="1200"/>
        </a:p>
      </dsp:txBody>
      <dsp:txXfrm>
        <a:off x="5532951" y="3501542"/>
        <a:ext cx="27273" cy="5454"/>
      </dsp:txXfrm>
    </dsp:sp>
    <dsp:sp modelId="{17FD4147-ADC4-45A4-91A2-21576BDA2252}">
      <dsp:nvSpPr>
        <dsp:cNvPr id="0" name=""/>
        <dsp:cNvSpPr/>
      </dsp:nvSpPr>
      <dsp:spPr>
        <a:xfrm>
          <a:off x="2919320" y="2792780"/>
          <a:ext cx="2371630" cy="1422978"/>
        </a:xfrm>
        <a:prstGeom prst="rect">
          <a:avLst/>
        </a:prstGeom>
        <a:solidFill>
          <a:schemeClr val="lt1">
            <a:hueOff val="0"/>
            <a:satOff val="0"/>
            <a:lumOff val="0"/>
            <a:alphaOff val="0"/>
          </a:schemeClr>
        </a:solidFill>
        <a:ln w="53975" cap="flat" cmpd="dbl" algn="ctr">
          <a:solidFill>
            <a:schemeClr val="dk2">
              <a:shade val="80000"/>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120904" tIns="120904" rIns="120904" bIns="120904" numCol="1" spcCol="1270" anchor="ctr" anchorCtr="0">
          <a:noAutofit/>
        </a:bodyPr>
        <a:lstStyle/>
        <a:p>
          <a:pPr lvl="0" algn="ctr" defTabSz="755650">
            <a:lnSpc>
              <a:spcPct val="90000"/>
            </a:lnSpc>
            <a:spcBef>
              <a:spcPct val="0"/>
            </a:spcBef>
            <a:spcAft>
              <a:spcPct val="35000"/>
            </a:spcAft>
          </a:pPr>
          <a:r>
            <a:rPr lang="en-US" sz="1700" kern="1200" dirty="0" smtClean="0"/>
            <a:t>Those pumps with propellers of about   73 mm, together, provided a thrust of 0.462 N</a:t>
          </a:r>
          <a:endParaRPr lang="en-US" sz="1700" kern="1200" dirty="0"/>
        </a:p>
      </dsp:txBody>
      <dsp:txXfrm>
        <a:off x="2919320" y="2792780"/>
        <a:ext cx="2371630" cy="1422978"/>
      </dsp:txXfrm>
    </dsp:sp>
    <dsp:sp modelId="{FA18EA03-D9EE-4002-BEC3-4FDBF8D2A795}">
      <dsp:nvSpPr>
        <dsp:cNvPr id="0" name=""/>
        <dsp:cNvSpPr/>
      </dsp:nvSpPr>
      <dsp:spPr>
        <a:xfrm>
          <a:off x="5836426" y="2792780"/>
          <a:ext cx="2371630" cy="1422978"/>
        </a:xfrm>
        <a:prstGeom prst="rect">
          <a:avLst/>
        </a:prstGeom>
        <a:solidFill>
          <a:schemeClr val="lt1">
            <a:hueOff val="0"/>
            <a:satOff val="0"/>
            <a:lumOff val="0"/>
            <a:alphaOff val="0"/>
          </a:schemeClr>
        </a:solidFill>
        <a:ln w="53975" cap="flat" cmpd="dbl" algn="ctr">
          <a:solidFill>
            <a:schemeClr val="dk2">
              <a:shade val="80000"/>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120904" tIns="120904" rIns="120904" bIns="120904" numCol="1" spcCol="1270" anchor="ctr" anchorCtr="0">
          <a:noAutofit/>
        </a:bodyPr>
        <a:lstStyle/>
        <a:p>
          <a:pPr lvl="0" algn="ctr" defTabSz="755650">
            <a:lnSpc>
              <a:spcPct val="90000"/>
            </a:lnSpc>
            <a:spcBef>
              <a:spcPct val="0"/>
            </a:spcBef>
            <a:spcAft>
              <a:spcPct val="35000"/>
            </a:spcAft>
          </a:pPr>
          <a:r>
            <a:rPr lang="en-US" sz="1700" kern="1200" dirty="0" smtClean="0"/>
            <a:t>Resulted in a theoretical maximum velocity of 0.42 m/s        </a:t>
          </a:r>
          <a:r>
            <a:rPr lang="en-US" sz="1100" kern="1200" dirty="0" smtClean="0"/>
            <a:t>= 1.5 km/h</a:t>
          </a:r>
          <a:endParaRPr lang="en-US" sz="1100" kern="1200" dirty="0"/>
        </a:p>
      </dsp:txBody>
      <dsp:txXfrm>
        <a:off x="5836426" y="2792780"/>
        <a:ext cx="2371630" cy="142297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98CBF96-9C72-41A7-9AF1-055915BD63B2}">
      <dsp:nvSpPr>
        <dsp:cNvPr id="0" name=""/>
        <dsp:cNvSpPr/>
      </dsp:nvSpPr>
      <dsp:spPr>
        <a:xfrm>
          <a:off x="2626282" y="1778782"/>
          <a:ext cx="973444" cy="916805"/>
        </a:xfrm>
        <a:custGeom>
          <a:avLst/>
          <a:gdLst/>
          <a:ahLst/>
          <a:cxnLst/>
          <a:rect l="0" t="0" r="0" b="0"/>
          <a:pathLst>
            <a:path>
              <a:moveTo>
                <a:pt x="973444" y="0"/>
              </a:moveTo>
              <a:lnTo>
                <a:pt x="0" y="916805"/>
              </a:lnTo>
            </a:path>
          </a:pathLst>
        </a:custGeom>
        <a:noFill/>
        <a:ln w="19050" cap="flat" cmpd="sng" algn="ctr">
          <a:solidFill>
            <a:schemeClr val="dk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D008C19-CC4E-4AFB-AA61-FBF8C103A24D}">
      <dsp:nvSpPr>
        <dsp:cNvPr id="0" name=""/>
        <dsp:cNvSpPr/>
      </dsp:nvSpPr>
      <dsp:spPr>
        <a:xfrm>
          <a:off x="3599727" y="1778782"/>
          <a:ext cx="1802445" cy="1831784"/>
        </a:xfrm>
        <a:custGeom>
          <a:avLst/>
          <a:gdLst/>
          <a:ahLst/>
          <a:cxnLst/>
          <a:rect l="0" t="0" r="0" b="0"/>
          <a:pathLst>
            <a:path>
              <a:moveTo>
                <a:pt x="0" y="0"/>
              </a:moveTo>
              <a:lnTo>
                <a:pt x="0" y="1683216"/>
              </a:lnTo>
              <a:lnTo>
                <a:pt x="1802445" y="1683216"/>
              </a:lnTo>
              <a:lnTo>
                <a:pt x="1802445" y="1831784"/>
              </a:lnTo>
            </a:path>
          </a:pathLst>
        </a:custGeom>
        <a:noFill/>
        <a:ln w="19050" cap="flat" cmpd="sng" algn="ctr">
          <a:solidFill>
            <a:schemeClr val="dk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F62AB1C-EE2B-4BDC-B6CB-ECDDC5D3E9A2}">
      <dsp:nvSpPr>
        <dsp:cNvPr id="0" name=""/>
        <dsp:cNvSpPr/>
      </dsp:nvSpPr>
      <dsp:spPr>
        <a:xfrm>
          <a:off x="1653376" y="1778782"/>
          <a:ext cx="1946350" cy="1829669"/>
        </a:xfrm>
        <a:custGeom>
          <a:avLst/>
          <a:gdLst/>
          <a:ahLst/>
          <a:cxnLst/>
          <a:rect l="0" t="0" r="0" b="0"/>
          <a:pathLst>
            <a:path>
              <a:moveTo>
                <a:pt x="1946350" y="0"/>
              </a:moveTo>
              <a:lnTo>
                <a:pt x="1946350" y="1681101"/>
              </a:lnTo>
              <a:lnTo>
                <a:pt x="0" y="1681101"/>
              </a:lnTo>
              <a:lnTo>
                <a:pt x="0" y="1829669"/>
              </a:lnTo>
            </a:path>
          </a:pathLst>
        </a:custGeom>
        <a:noFill/>
        <a:ln w="19050" cap="flat" cmpd="sng" algn="ctr">
          <a:solidFill>
            <a:schemeClr val="dk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FB11F89-4BA2-483A-A198-0341AB58ADBD}">
      <dsp:nvSpPr>
        <dsp:cNvPr id="0" name=""/>
        <dsp:cNvSpPr/>
      </dsp:nvSpPr>
      <dsp:spPr>
        <a:xfrm>
          <a:off x="2638535" y="698658"/>
          <a:ext cx="1922382" cy="1080123"/>
        </a:xfrm>
        <a:prstGeom prst="rect">
          <a:avLst/>
        </a:prstGeom>
        <a:blipFill rotWithShape="0">
          <a:blip xmlns:r="http://schemas.openxmlformats.org/officeDocument/2006/relationships" r:embed="rId1"/>
          <a:stretch>
            <a:fillRect/>
          </a:stretch>
        </a:blipFill>
        <a:ln w="1905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275" tIns="41275" rIns="41275" bIns="41275" numCol="1" spcCol="1270" anchor="ctr" anchorCtr="0">
          <a:noAutofit/>
        </a:bodyPr>
        <a:lstStyle/>
        <a:p>
          <a:pPr lvl="0" algn="ctr" defTabSz="2889250">
            <a:lnSpc>
              <a:spcPct val="90000"/>
            </a:lnSpc>
            <a:spcBef>
              <a:spcPct val="0"/>
            </a:spcBef>
            <a:spcAft>
              <a:spcPct val="35000"/>
            </a:spcAft>
          </a:pPr>
          <a:endParaRPr lang="en-US" sz="6500" kern="1200" dirty="0"/>
        </a:p>
      </dsp:txBody>
      <dsp:txXfrm>
        <a:off x="2638535" y="698658"/>
        <a:ext cx="1922382" cy="1080123"/>
      </dsp:txXfrm>
    </dsp:sp>
    <dsp:sp modelId="{13762710-3E32-4766-8400-4E0D8A6D7B65}">
      <dsp:nvSpPr>
        <dsp:cNvPr id="0" name=""/>
        <dsp:cNvSpPr/>
      </dsp:nvSpPr>
      <dsp:spPr>
        <a:xfrm>
          <a:off x="0" y="3608451"/>
          <a:ext cx="3306752" cy="1700380"/>
        </a:xfrm>
        <a:prstGeom prst="rect">
          <a:avLst/>
        </a:prstGeom>
        <a:blipFill rotWithShape="0">
          <a:blip xmlns:r="http://schemas.openxmlformats.org/officeDocument/2006/relationships" r:embed="rId2"/>
          <a:stretch>
            <a:fillRect/>
          </a:stretch>
        </a:blipFill>
        <a:ln w="1905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275" tIns="41275" rIns="41275" bIns="41275" numCol="1" spcCol="1270" anchor="ctr" anchorCtr="0">
          <a:noAutofit/>
        </a:bodyPr>
        <a:lstStyle/>
        <a:p>
          <a:pPr lvl="0" algn="ctr" defTabSz="2889250">
            <a:lnSpc>
              <a:spcPct val="90000"/>
            </a:lnSpc>
            <a:spcBef>
              <a:spcPct val="0"/>
            </a:spcBef>
            <a:spcAft>
              <a:spcPct val="35000"/>
            </a:spcAft>
          </a:pPr>
          <a:endParaRPr lang="en-US" sz="6500" kern="1200" dirty="0"/>
        </a:p>
      </dsp:txBody>
      <dsp:txXfrm>
        <a:off x="0" y="3608451"/>
        <a:ext cx="3306752" cy="1700380"/>
      </dsp:txXfrm>
    </dsp:sp>
    <dsp:sp modelId="{27388BEA-A25F-49DC-A614-BB4EADA774BA}">
      <dsp:nvSpPr>
        <dsp:cNvPr id="0" name=""/>
        <dsp:cNvSpPr/>
      </dsp:nvSpPr>
      <dsp:spPr>
        <a:xfrm>
          <a:off x="3604890" y="3610567"/>
          <a:ext cx="3594563" cy="1699205"/>
        </a:xfrm>
        <a:prstGeom prst="rect">
          <a:avLst/>
        </a:prstGeom>
        <a:blipFill rotWithShape="0">
          <a:blip xmlns:r="http://schemas.openxmlformats.org/officeDocument/2006/relationships" r:embed="rId3"/>
          <a:stretch>
            <a:fillRect/>
          </a:stretch>
        </a:blipFill>
        <a:ln w="1905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275" tIns="41275" rIns="41275" bIns="41275" numCol="1" spcCol="1270" anchor="ctr" anchorCtr="0">
          <a:noAutofit/>
        </a:bodyPr>
        <a:lstStyle/>
        <a:p>
          <a:pPr lvl="0" algn="ctr" defTabSz="2889250">
            <a:lnSpc>
              <a:spcPct val="90000"/>
            </a:lnSpc>
            <a:spcBef>
              <a:spcPct val="0"/>
            </a:spcBef>
            <a:spcAft>
              <a:spcPct val="35000"/>
            </a:spcAft>
          </a:pPr>
          <a:endParaRPr lang="en-US" sz="6500" kern="1200" dirty="0"/>
        </a:p>
      </dsp:txBody>
      <dsp:txXfrm>
        <a:off x="3604890" y="3610567"/>
        <a:ext cx="3594563" cy="1699205"/>
      </dsp:txXfrm>
    </dsp:sp>
    <dsp:sp modelId="{59EAD0A3-3279-4011-B8B5-2C4A2ED2444F}">
      <dsp:nvSpPr>
        <dsp:cNvPr id="0" name=""/>
        <dsp:cNvSpPr/>
      </dsp:nvSpPr>
      <dsp:spPr>
        <a:xfrm>
          <a:off x="2626282" y="2045051"/>
          <a:ext cx="2008283" cy="1301072"/>
        </a:xfrm>
        <a:prstGeom prst="rect">
          <a:avLst/>
        </a:prstGeom>
        <a:blipFill rotWithShape="0">
          <a:blip xmlns:r="http://schemas.openxmlformats.org/officeDocument/2006/relationships" r:embed="rId4"/>
          <a:stretch>
            <a:fillRect/>
          </a:stretch>
        </a:blipFill>
        <a:ln w="1905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275" tIns="41275" rIns="41275" bIns="41275" numCol="1" spcCol="1270" anchor="ctr" anchorCtr="0">
          <a:noAutofit/>
        </a:bodyPr>
        <a:lstStyle/>
        <a:p>
          <a:pPr lvl="0" algn="ctr" defTabSz="2889250">
            <a:lnSpc>
              <a:spcPct val="90000"/>
            </a:lnSpc>
            <a:spcBef>
              <a:spcPct val="0"/>
            </a:spcBef>
            <a:spcAft>
              <a:spcPct val="35000"/>
            </a:spcAft>
          </a:pPr>
          <a:endParaRPr lang="en-US" sz="6500" kern="1200" dirty="0"/>
        </a:p>
      </dsp:txBody>
      <dsp:txXfrm>
        <a:off x="2626282" y="2045051"/>
        <a:ext cx="2008283" cy="1301072"/>
      </dsp:txXfrm>
    </dsp:sp>
  </dsp:spTree>
</dsp:drawing>
</file>

<file path=ppt/diagrams/layout1.xml><?xml version="1.0" encoding="utf-8"?>
<dgm:layoutDef xmlns:dgm="http://schemas.openxmlformats.org/drawingml/2006/diagram" xmlns:a="http://schemas.openxmlformats.org/drawingml/2006/main" uniqueId="urn:microsoft.com/office/officeart/2005/8/layout/bProcess3">
  <dgm:title val=""/>
  <dgm:desc val=""/>
  <dgm:catLst>
    <dgm:cat type="process" pri="18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Lst>
        <dgm:ruleLst>
          <dgm:rule type="primFontSz" val="5"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image" Target="../media/image27.png"/></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a:spLocks noChangeAspect="1"/>
          </p:cNvSpPr>
          <p:nvPr/>
        </p:nvSpPr>
        <p:spPr>
          <a:xfrm>
            <a:off x="231140" y="243840"/>
            <a:ext cx="11724640" cy="6377939"/>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109980" y="882376"/>
            <a:ext cx="9966960" cy="2926080"/>
          </a:xfrm>
        </p:spPr>
        <p:txBody>
          <a:bodyPr anchor="b">
            <a:normAutofit/>
          </a:bodyPr>
          <a:lstStyle>
            <a:lvl1pPr algn="ctr">
              <a:lnSpc>
                <a:spcPct val="85000"/>
              </a:lnSpc>
              <a:defRPr sz="7200" b="1" cap="all" baseline="0">
                <a:solidFill>
                  <a:schemeClr val="tx1"/>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709530" y="3869634"/>
            <a:ext cx="8767860" cy="1388165"/>
          </a:xfrm>
        </p:spPr>
        <p:txBody>
          <a:bodyPr>
            <a:normAutofit/>
          </a:bodyPr>
          <a:lstStyle>
            <a:lvl1pPr marL="0" indent="0" algn="ctr">
              <a:buNone/>
              <a:defRPr sz="2200">
                <a:solidFill>
                  <a:schemeClr val="tx1"/>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lvl1pPr>
              <a:defRPr>
                <a:solidFill>
                  <a:schemeClr val="tx1"/>
                </a:solidFill>
              </a:defRPr>
            </a:lvl1pPr>
          </a:lstStyle>
          <a:p>
            <a:fld id="{96DFF08F-DC6B-4601-B491-B0F83F6DD2DA}" type="datetimeFigureOut">
              <a:rPr lang="en-US" dirty="0"/>
              <a:pPr/>
              <a:t>5/22/2019</a:t>
            </a:fld>
            <a:endParaRPr lang="en-US" dirty="0"/>
          </a:p>
        </p:txBody>
      </p:sp>
      <p:sp>
        <p:nvSpPr>
          <p:cNvPr id="5" name="Footer Placeholder 4"/>
          <p:cNvSpPr>
            <a:spLocks noGrp="1"/>
          </p:cNvSpPr>
          <p:nvPr>
            <p:ph type="ftr" sz="quarter" idx="11"/>
          </p:nvPr>
        </p:nvSpPr>
        <p:spPr/>
        <p:txBody>
          <a:bodyPr/>
          <a:lstStyle>
            <a:lvl1pPr>
              <a:defRPr>
                <a:solidFill>
                  <a:schemeClr val="tx1"/>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tx1"/>
                </a:solidFill>
              </a:defRPr>
            </a:lvl1pPr>
          </a:lstStyle>
          <a:p>
            <a:fld id="{4FAB73BC-B049-4115-A692-8D63A059BFB8}" type="slidenum">
              <a:rPr lang="en-US" dirty="0"/>
              <a:pPr/>
              <a:t>‹#›</a:t>
            </a:fld>
            <a:endParaRPr lang="en-US" dirty="0"/>
          </a:p>
        </p:txBody>
      </p:sp>
      <p:cxnSp>
        <p:nvCxnSpPr>
          <p:cNvPr id="8" name="Straight Connector 7"/>
          <p:cNvCxnSpPr/>
          <p:nvPr/>
        </p:nvCxnSpPr>
        <p:spPr>
          <a:xfrm>
            <a:off x="1978660" y="3733800"/>
            <a:ext cx="822960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96DFF08F-DC6B-4601-B491-B0F83F6DD2DA}" type="datetimeFigureOut">
              <a:rPr lang="en-US" dirty="0"/>
              <a:pPr/>
              <a:t>5/22/2019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06424" y="1173575"/>
            <a:ext cx="9966960" cy="2926080"/>
          </a:xfrm>
        </p:spPr>
        <p:txBody>
          <a:bodyPr anchor="b">
            <a:noAutofit/>
          </a:bodyPr>
          <a:lstStyle>
            <a:lvl1pPr algn="ctr">
              <a:lnSpc>
                <a:spcPct val="85000"/>
              </a:lnSpc>
              <a:defRPr sz="7200" b="0" cap="all" baseline="0"/>
            </a:lvl1pPr>
          </a:lstStyle>
          <a:p>
            <a:r>
              <a:rPr lang="en-US" smtClean="0"/>
              <a:t>Click to edit Master title style</a:t>
            </a:r>
            <a:endParaRPr lang="en-US" dirty="0"/>
          </a:p>
        </p:txBody>
      </p:sp>
      <p:sp>
        <p:nvSpPr>
          <p:cNvPr id="3" name="Text Placeholder 2"/>
          <p:cNvSpPr>
            <a:spLocks noGrp="1"/>
          </p:cNvSpPr>
          <p:nvPr>
            <p:ph type="body" idx="1"/>
          </p:nvPr>
        </p:nvSpPr>
        <p:spPr>
          <a:xfrm>
            <a:off x="1709928" y="4154520"/>
            <a:ext cx="8769096" cy="1363806"/>
          </a:xfrm>
        </p:spPr>
        <p:txBody>
          <a:bodyPr anchor="t">
            <a:normAutofit/>
          </a:bodyPr>
          <a:lstStyle>
            <a:lvl1pPr marL="0" indent="0" algn="ctr">
              <a:buNone/>
              <a:defRPr sz="22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96DFF08F-DC6B-4601-B491-B0F83F6DD2DA}" type="datetimeFigureOut">
              <a:rPr lang="en-US" dirty="0"/>
              <a:pPr/>
              <a:t>5/22/2019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pPr/>
              <a:t>‹#›</a:t>
            </a:fld>
            <a:endParaRPr lang="en-US" dirty="0"/>
          </a:p>
        </p:txBody>
      </p:sp>
      <p:cxnSp>
        <p:nvCxnSpPr>
          <p:cNvPr id="7" name="Straight Connector 6"/>
          <p:cNvCxnSpPr/>
          <p:nvPr/>
        </p:nvCxnSpPr>
        <p:spPr>
          <a:xfrm>
            <a:off x="1981200" y="4020408"/>
            <a:ext cx="822960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143000" y="2057399"/>
            <a:ext cx="4754880" cy="40233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267612" y="2057400"/>
            <a:ext cx="4754880" cy="40233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96DFF08F-DC6B-4601-B491-B0F83F6DD2DA}" type="datetimeFigureOut">
              <a:rPr lang="en-US" dirty="0"/>
              <a:pPr/>
              <a:t>5/22/2019</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143000" y="2001511"/>
            <a:ext cx="4754880" cy="777240"/>
          </a:xfrm>
        </p:spPr>
        <p:txBody>
          <a:bodyPr anchor="ctr"/>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143000" y="2721483"/>
            <a:ext cx="4754880" cy="338328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269173" y="1999032"/>
            <a:ext cx="4754880" cy="777240"/>
          </a:xfrm>
        </p:spPr>
        <p:txBody>
          <a:bodyPr anchor="ctr"/>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269173" y="2719322"/>
            <a:ext cx="4754880" cy="338328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96DFF08F-DC6B-4601-B491-B0F83F6DD2DA}" type="datetimeFigureOut">
              <a:rPr lang="en-US" dirty="0"/>
              <a:pPr/>
              <a:t>5/22/2019</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96DFF08F-DC6B-4601-B491-B0F83F6DD2DA}" type="datetimeFigureOut">
              <a:rPr lang="en-US" dirty="0"/>
              <a:pPr/>
              <a:t>5/22/2019</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6DFF08F-DC6B-4601-B491-B0F83F6DD2DA}" type="datetimeFigureOut">
              <a:rPr lang="en-US" dirty="0"/>
              <a:pPr/>
              <a:t>5/22/2019</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3000" y="1097280"/>
            <a:ext cx="3931920" cy="1737360"/>
          </a:xfrm>
        </p:spPr>
        <p:txBody>
          <a:bodyPr anchor="b">
            <a:noAutofit/>
          </a:bodyPr>
          <a:lstStyle>
            <a:lvl1pPr>
              <a:lnSpc>
                <a:spcPct val="90000"/>
              </a:lnSpc>
              <a:defRPr sz="4000" b="0"/>
            </a:lvl1pPr>
          </a:lstStyle>
          <a:p>
            <a:r>
              <a:rPr lang="en-US" smtClean="0"/>
              <a:t>Click to edit Master title style</a:t>
            </a:r>
            <a:endParaRPr lang="en-US" dirty="0"/>
          </a:p>
        </p:txBody>
      </p:sp>
      <p:sp>
        <p:nvSpPr>
          <p:cNvPr id="3" name="Content Placeholder 2"/>
          <p:cNvSpPr>
            <a:spLocks noGrp="1"/>
          </p:cNvSpPr>
          <p:nvPr>
            <p:ph idx="1"/>
          </p:nvPr>
        </p:nvSpPr>
        <p:spPr>
          <a:xfrm>
            <a:off x="5852159" y="1097280"/>
            <a:ext cx="5212080" cy="466344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143000" y="2834640"/>
            <a:ext cx="3931920" cy="3017520"/>
          </a:xfrm>
        </p:spPr>
        <p:txBody>
          <a:bodyPr>
            <a:normAutofit/>
          </a:bodyPr>
          <a:lstStyle>
            <a:lvl1pPr marL="0" indent="0">
              <a:lnSpc>
                <a:spcPct val="100000"/>
              </a:lnSpc>
              <a:spcBef>
                <a:spcPts val="1000"/>
              </a:spcBef>
              <a:buNone/>
              <a:defRPr sz="17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96DFF08F-DC6B-4601-B491-B0F83F6DD2DA}" type="datetimeFigureOut">
              <a:rPr lang="en-US" dirty="0"/>
              <a:pPr/>
              <a:t>5/22/2019</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3000" y="1097280"/>
            <a:ext cx="3931920" cy="1737360"/>
          </a:xfrm>
        </p:spPr>
        <p:txBody>
          <a:bodyPr anchor="b">
            <a:noAutofit/>
          </a:bodyPr>
          <a:lstStyle>
            <a:lvl1pPr>
              <a:lnSpc>
                <a:spcPct val="90000"/>
              </a:lnSpc>
              <a:defRPr sz="40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5413248" y="1069847"/>
            <a:ext cx="6099048" cy="4800600"/>
          </a:xfrm>
        </p:spPr>
        <p:txBody>
          <a:bodyPr lIns="274320" tIns="182880" anchor="t">
            <a:normAutofit/>
          </a:bodyPr>
          <a:lstStyle>
            <a:lvl1pPr marL="0" indent="0">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1143000" y="2834640"/>
            <a:ext cx="3931920" cy="2880360"/>
          </a:xfrm>
        </p:spPr>
        <p:txBody>
          <a:bodyPr>
            <a:normAutofit/>
          </a:bodyPr>
          <a:lstStyle>
            <a:lvl1pPr marL="0" indent="0">
              <a:lnSpc>
                <a:spcPct val="100000"/>
              </a:lnSpc>
              <a:spcBef>
                <a:spcPts val="1000"/>
              </a:spcBef>
              <a:buNone/>
              <a:defRPr sz="17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96DFF08F-DC6B-4601-B491-B0F83F6DD2DA}" type="datetimeFigureOut">
              <a:rPr lang="en-US" dirty="0"/>
              <a:pPr/>
              <a:t>5/22/2019</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96DFF08F-DC6B-4601-B491-B0F83F6DD2DA}" type="datetimeFigureOut">
              <a:rPr lang="en-US" dirty="0"/>
              <a:pPr/>
              <a:t>5/22/2019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762000"/>
            <a:ext cx="2324100" cy="541020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143000" y="762000"/>
            <a:ext cx="7429500" cy="5410200"/>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96DFF08F-DC6B-4601-B491-B0F83F6DD2DA}" type="datetimeFigureOut">
              <a:rPr lang="en-US" dirty="0"/>
              <a:pPr/>
              <a:t>5/22/2019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a:spLocks noChangeAspect="1"/>
          </p:cNvSpPr>
          <p:nvPr/>
        </p:nvSpPr>
        <p:spPr>
          <a:xfrm>
            <a:off x="231140" y="243840"/>
            <a:ext cx="11724640" cy="6377939"/>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143000" y="609600"/>
            <a:ext cx="9875520" cy="1356360"/>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143000" y="2057400"/>
            <a:ext cx="9872871" cy="4038600"/>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142996" y="6223828"/>
            <a:ext cx="2329074" cy="365125"/>
          </a:xfrm>
          <a:prstGeom prst="rect">
            <a:avLst/>
          </a:prstGeom>
        </p:spPr>
        <p:txBody>
          <a:bodyPr vert="horz" lIns="91440" tIns="45720" rIns="91440" bIns="45720" rtlCol="0" anchor="ctr"/>
          <a:lstStyle>
            <a:lvl1pPr algn="l">
              <a:defRPr sz="1200">
                <a:solidFill>
                  <a:schemeClr val="tx1"/>
                </a:solidFill>
              </a:defRPr>
            </a:lvl1pPr>
          </a:lstStyle>
          <a:p>
            <a:fld id="{96DFF08F-DC6B-4601-B491-B0F83F6DD2DA}" type="datetimeFigureOut">
              <a:rPr lang="en-US" dirty="0"/>
              <a:pPr/>
              <a:t>5/22/2019</a:t>
            </a:fld>
            <a:endParaRPr lang="en-US" dirty="0"/>
          </a:p>
        </p:txBody>
      </p:sp>
      <p:sp>
        <p:nvSpPr>
          <p:cNvPr id="5" name="Footer Placeholder 4"/>
          <p:cNvSpPr>
            <a:spLocks noGrp="1"/>
          </p:cNvSpPr>
          <p:nvPr>
            <p:ph type="ftr" sz="quarter" idx="3"/>
          </p:nvPr>
        </p:nvSpPr>
        <p:spPr>
          <a:xfrm>
            <a:off x="3949148" y="6223828"/>
            <a:ext cx="4717774" cy="365125"/>
          </a:xfrm>
          <a:prstGeom prst="rect">
            <a:avLst/>
          </a:prstGeom>
        </p:spPr>
        <p:txBody>
          <a:bodyPr vert="horz" lIns="91440" tIns="45720" rIns="91440" bIns="45720" rtlCol="0" anchor="ctr"/>
          <a:lstStyle>
            <a:lvl1pPr algn="ctr">
              <a:defRPr sz="1200">
                <a:solidFill>
                  <a:schemeClr val="tx1"/>
                </a:solidFill>
              </a:defRPr>
            </a:lvl1pPr>
          </a:lstStyle>
          <a:p>
            <a:endParaRPr lang="en-US" dirty="0"/>
          </a:p>
        </p:txBody>
      </p:sp>
      <p:sp>
        <p:nvSpPr>
          <p:cNvPr id="6" name="Slide Number Placeholder 5"/>
          <p:cNvSpPr>
            <a:spLocks noGrp="1"/>
          </p:cNvSpPr>
          <p:nvPr>
            <p:ph type="sldNum" sz="quarter" idx="4"/>
          </p:nvPr>
        </p:nvSpPr>
        <p:spPr>
          <a:xfrm>
            <a:off x="9329530" y="6223828"/>
            <a:ext cx="1706217" cy="365125"/>
          </a:xfrm>
          <a:prstGeom prst="rect">
            <a:avLst/>
          </a:prstGeom>
        </p:spPr>
        <p:txBody>
          <a:bodyPr vert="horz" lIns="91440" tIns="45720" rIns="91440" bIns="45720" rtlCol="0" anchor="ctr"/>
          <a:lstStyle>
            <a:lvl1pPr algn="r">
              <a:defRPr sz="1200">
                <a:solidFill>
                  <a:schemeClr val="tx1"/>
                </a:solidFill>
              </a:defRPr>
            </a:lvl1pPr>
          </a:lstStyle>
          <a:p>
            <a:fld id="{4FAB73BC-B049-4115-A692-8D63A059BFB8}"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182880" algn="l" defTabSz="914400" rtl="0" eaLnBrk="1" latinLnBrk="0" hangingPunct="1">
        <a:lnSpc>
          <a:spcPct val="90000"/>
        </a:lnSpc>
        <a:spcBef>
          <a:spcPts val="1400"/>
        </a:spcBef>
        <a:buClr>
          <a:schemeClr val="tx1"/>
        </a:buClr>
        <a:buSzPct val="80000"/>
        <a:buFont typeface="Corbel" pitchFamily="34" charset="0"/>
        <a:buChar char="•"/>
        <a:defRPr sz="2200" kern="1200">
          <a:solidFill>
            <a:schemeClr val="tx1"/>
          </a:solidFill>
          <a:latin typeface="+mn-lt"/>
          <a:ea typeface="+mn-ea"/>
          <a:cs typeface="+mn-cs"/>
        </a:defRPr>
      </a:lvl1pPr>
      <a:lvl2pPr marL="457200" indent="-182880" algn="l" defTabSz="914400" rtl="0" eaLnBrk="1" latinLnBrk="0" hangingPunct="1">
        <a:lnSpc>
          <a:spcPct val="90000"/>
        </a:lnSpc>
        <a:spcBef>
          <a:spcPts val="200"/>
        </a:spcBef>
        <a:spcAft>
          <a:spcPts val="400"/>
        </a:spcAft>
        <a:buClr>
          <a:schemeClr val="tx1"/>
        </a:buClr>
        <a:buSzPct val="80000"/>
        <a:buFont typeface="Corbel" pitchFamily="34" charset="0"/>
        <a:buChar char="•"/>
        <a:defRPr sz="2000" kern="1200">
          <a:solidFill>
            <a:schemeClr val="tx1"/>
          </a:solidFill>
          <a:latin typeface="+mn-lt"/>
          <a:ea typeface="+mn-ea"/>
          <a:cs typeface="+mn-cs"/>
        </a:defRPr>
      </a:lvl2pPr>
      <a:lvl3pPr marL="731520" indent="-182880" algn="l" defTabSz="914400" rtl="0" eaLnBrk="1" latinLnBrk="0" hangingPunct="1">
        <a:lnSpc>
          <a:spcPct val="90000"/>
        </a:lnSpc>
        <a:spcBef>
          <a:spcPts val="200"/>
        </a:spcBef>
        <a:spcAft>
          <a:spcPts val="400"/>
        </a:spcAft>
        <a:buClr>
          <a:schemeClr val="tx1"/>
        </a:buClr>
        <a:buSzPct val="80000"/>
        <a:buFont typeface="Corbel" pitchFamily="34" charset="0"/>
        <a:buChar char="•"/>
        <a:defRPr sz="1800" kern="1200">
          <a:solidFill>
            <a:schemeClr val="tx1"/>
          </a:solidFill>
          <a:latin typeface="+mn-lt"/>
          <a:ea typeface="+mn-ea"/>
          <a:cs typeface="+mn-cs"/>
        </a:defRPr>
      </a:lvl3pPr>
      <a:lvl4pPr marL="1005840" indent="-182880" algn="l" defTabSz="914400" rtl="0" eaLnBrk="1" latinLnBrk="0" hangingPunct="1">
        <a:lnSpc>
          <a:spcPct val="90000"/>
        </a:lnSpc>
        <a:spcBef>
          <a:spcPts val="200"/>
        </a:spcBef>
        <a:spcAft>
          <a:spcPts val="400"/>
        </a:spcAft>
        <a:buClr>
          <a:schemeClr val="tx1"/>
        </a:buClr>
        <a:buSzPct val="80000"/>
        <a:buFont typeface="Corbel" pitchFamily="34" charset="0"/>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200"/>
        </a:spcBef>
        <a:spcAft>
          <a:spcPts val="400"/>
        </a:spcAft>
        <a:buClr>
          <a:schemeClr val="tx1"/>
        </a:buClr>
        <a:buSzPct val="80000"/>
        <a:buFont typeface="Corbel" pitchFamily="34" charset="0"/>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200"/>
        </a:spcBef>
        <a:spcAft>
          <a:spcPts val="400"/>
        </a:spcAft>
        <a:buClr>
          <a:schemeClr val="tx1"/>
        </a:buClr>
        <a:buSzPct val="80000"/>
        <a:buFont typeface="Corbel" pitchFamily="34" charset="0"/>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200"/>
        </a:spcBef>
        <a:spcAft>
          <a:spcPts val="400"/>
        </a:spcAft>
        <a:buClr>
          <a:schemeClr val="tx1"/>
        </a:buClr>
        <a:buSzPct val="80000"/>
        <a:buFont typeface="Corbel" pitchFamily="34" charset="0"/>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200"/>
        </a:spcBef>
        <a:spcAft>
          <a:spcPts val="400"/>
        </a:spcAft>
        <a:buClr>
          <a:schemeClr val="tx1"/>
        </a:buClr>
        <a:buSzPct val="80000"/>
        <a:buFont typeface="Corbel" pitchFamily="34" charset="0"/>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200"/>
        </a:spcBef>
        <a:spcAft>
          <a:spcPts val="400"/>
        </a:spcAft>
        <a:buClr>
          <a:schemeClr val="tx1"/>
        </a:buClr>
        <a:buSzPct val="80000"/>
        <a:buFont typeface="Corbel"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comments" Target="../comments/comment1.xml"/><Relationship Id="rId2" Type="http://schemas.openxmlformats.org/officeDocument/2006/relationships/image" Target="../media/image1.png"/><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chart" Target="../charts/chart2.xml"/><Relationship Id="rId7" Type="http://schemas.openxmlformats.org/officeDocument/2006/relationships/chart" Target="../charts/chart6.xml"/><Relationship Id="rId2" Type="http://schemas.openxmlformats.org/officeDocument/2006/relationships/chart" Target="../charts/chart1.xml"/><Relationship Id="rId1" Type="http://schemas.openxmlformats.org/officeDocument/2006/relationships/slideLayout" Target="../slideLayouts/slideLayout6.xml"/><Relationship Id="rId6" Type="http://schemas.openxmlformats.org/officeDocument/2006/relationships/chart" Target="../charts/chart5.xml"/><Relationship Id="rId5" Type="http://schemas.openxmlformats.org/officeDocument/2006/relationships/chart" Target="../charts/chart4.xml"/><Relationship Id="rId4" Type="http://schemas.openxmlformats.org/officeDocument/2006/relationships/chart" Target="../charts/char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image" Target="../media/image15.jpeg"/><Relationship Id="rId7" Type="http://schemas.openxmlformats.org/officeDocument/2006/relationships/diagramColors" Target="../diagrams/colors2.xml"/><Relationship Id="rId2" Type="http://schemas.openxmlformats.org/officeDocument/2006/relationships/image" Target="../media/image14.jpeg"/><Relationship Id="rId1" Type="http://schemas.openxmlformats.org/officeDocument/2006/relationships/slideLayout" Target="../slideLayouts/slideLayout9.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s>
</file>

<file path=ppt/slides/_rels/slide2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9.xml"/><Relationship Id="rId5" Type="http://schemas.openxmlformats.org/officeDocument/2006/relationships/image" Target="../media/image23.png"/><Relationship Id="rId4" Type="http://schemas.openxmlformats.org/officeDocument/2006/relationships/image" Target="../media/image22.png"/></Relationships>
</file>

<file path=ppt/slides/_rels/slide2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9.xml"/><Relationship Id="rId4" Type="http://schemas.openxmlformats.org/officeDocument/2006/relationships/image" Target="../media/image26.png"/></Relationships>
</file>

<file path=ppt/slides/_rels/slide2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slideLayout" Target="../slideLayouts/slideLayout9.xml"/><Relationship Id="rId1" Type="http://schemas.openxmlformats.org/officeDocument/2006/relationships/vmlDrawing" Target="../drawings/vmlDrawing1.vml"/><Relationship Id="rId4" Type="http://schemas.openxmlformats.org/officeDocument/2006/relationships/image" Target="../media/image3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9.xml"/></Relationships>
</file>

<file path=ppt/slides/_rels/slide26.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9.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9.xml"/></Relationships>
</file>

<file path=ppt/slides/_rels/slide29.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Layout" Target="../slideLayouts/slideLayout9.xml"/></Relationships>
</file>

<file path=ppt/slides/_rels/slide30.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9.xml"/></Relationships>
</file>

<file path=ppt/slides/_rels/slide3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9.xml"/></Relationships>
</file>

<file path=ppt/slides/_rels/slide32.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9.xml"/></Relationships>
</file>

<file path=ppt/slides/_rels/slide33.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9.xml"/></Relationships>
</file>

<file path=ppt/slides/_rels/slide34.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8.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ctrTitle"/>
          </p:nvPr>
        </p:nvSpPr>
        <p:spPr/>
        <p:txBody>
          <a:bodyPr/>
          <a:lstStyle/>
          <a:p>
            <a:r>
              <a:rPr lang="en-US" dirty="0" smtClean="0">
                <a:latin typeface="Arial Rounded MT Bold" panose="020F0704030504030204" pitchFamily="34" charset="0"/>
              </a:rPr>
              <a:t>PCleaner</a:t>
            </a:r>
            <a:endParaRPr lang="en-US" dirty="0">
              <a:latin typeface="Arial Rounded MT Bold" panose="020F0704030504030204" pitchFamily="34" charset="0"/>
            </a:endParaRPr>
          </a:p>
        </p:txBody>
      </p:sp>
      <p:sp>
        <p:nvSpPr>
          <p:cNvPr id="8" name="Subtitle 7"/>
          <p:cNvSpPr>
            <a:spLocks noGrp="1"/>
          </p:cNvSpPr>
          <p:nvPr>
            <p:ph type="subTitle" idx="1"/>
          </p:nvPr>
        </p:nvSpPr>
        <p:spPr>
          <a:xfrm>
            <a:off x="1709530" y="3869634"/>
            <a:ext cx="8767860" cy="693657"/>
          </a:xfrm>
        </p:spPr>
        <p:txBody>
          <a:bodyPr/>
          <a:lstStyle/>
          <a:p>
            <a:r>
              <a:rPr lang="en-US" dirty="0" smtClean="0">
                <a:latin typeface="Arial Rounded MT Bold" panose="020F0704030504030204" pitchFamily="34" charset="0"/>
              </a:rPr>
              <a:t>Swimming Pools Daily </a:t>
            </a:r>
            <a:r>
              <a:rPr lang="en-US" dirty="0" smtClean="0">
                <a:latin typeface="Arial Rounded MT Bold" panose="020F0704030504030204" pitchFamily="34" charset="0"/>
              </a:rPr>
              <a:t>Care</a:t>
            </a:r>
          </a:p>
        </p:txBody>
      </p:sp>
    </p:spTree>
    <p:extLst>
      <p:ext uri="{BB962C8B-B14F-4D97-AF65-F5344CB8AC3E}">
        <p14:creationId xmlns:p14="http://schemas.microsoft.com/office/powerpoint/2010/main" val="226099448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smtClean="0"/>
              <a:t>Team Members</a:t>
            </a:r>
            <a:endParaRPr lang="en-US" sz="2800" dirty="0"/>
          </a:p>
        </p:txBody>
      </p:sp>
      <p:sp>
        <p:nvSpPr>
          <p:cNvPr id="3" name="Content Placeholder 2"/>
          <p:cNvSpPr>
            <a:spLocks noGrp="1"/>
          </p:cNvSpPr>
          <p:nvPr>
            <p:ph idx="1"/>
          </p:nvPr>
        </p:nvSpPr>
        <p:spPr/>
        <p:txBody>
          <a:bodyPr>
            <a:normAutofit/>
          </a:bodyPr>
          <a:lstStyle/>
          <a:p>
            <a:pPr marL="45720" indent="0">
              <a:buNone/>
            </a:pPr>
            <a:r>
              <a:rPr lang="en-US" sz="1600" dirty="0"/>
              <a:t>Philopatear Salib</a:t>
            </a:r>
          </a:p>
          <a:p>
            <a:pPr marL="45720" indent="0">
              <a:buNone/>
            </a:pPr>
            <a:r>
              <a:rPr lang="en-US" sz="1600" dirty="0"/>
              <a:t>Ahmed Amr</a:t>
            </a:r>
          </a:p>
          <a:p>
            <a:pPr marL="45720" indent="0">
              <a:buNone/>
            </a:pPr>
            <a:r>
              <a:rPr lang="en-US" sz="1600" dirty="0"/>
              <a:t>Nourhan Ayman</a:t>
            </a:r>
            <a:endParaRPr lang="en-US" sz="1600" dirty="0"/>
          </a:p>
        </p:txBody>
      </p:sp>
    </p:spTree>
    <p:extLst>
      <p:ext uri="{BB962C8B-B14F-4D97-AF65-F5344CB8AC3E}">
        <p14:creationId xmlns:p14="http://schemas.microsoft.com/office/powerpoint/2010/main" val="119374667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p:txBody>
          <a:bodyPr/>
          <a:lstStyle/>
          <a:p>
            <a:r>
              <a:rPr lang="en-US" dirty="0" smtClean="0"/>
              <a:t>Contents</a:t>
            </a:r>
            <a:endParaRPr lang="en-US" dirty="0"/>
          </a:p>
        </p:txBody>
      </p:sp>
      <p:sp>
        <p:nvSpPr>
          <p:cNvPr id="12" name="Content Placeholder 11"/>
          <p:cNvSpPr>
            <a:spLocks noGrp="1"/>
          </p:cNvSpPr>
          <p:nvPr>
            <p:ph idx="1"/>
          </p:nvPr>
        </p:nvSpPr>
        <p:spPr>
          <a:xfrm>
            <a:off x="1143000" y="1630679"/>
            <a:ext cx="9872871" cy="4752703"/>
          </a:xfrm>
        </p:spPr>
        <p:txBody>
          <a:bodyPr>
            <a:normAutofit fontScale="92500" lnSpcReduction="10000"/>
          </a:bodyPr>
          <a:lstStyle/>
          <a:p>
            <a:r>
              <a:rPr lang="en-US" dirty="0" smtClean="0"/>
              <a:t>Application</a:t>
            </a:r>
          </a:p>
          <a:p>
            <a:r>
              <a:rPr lang="en-US" dirty="0" smtClean="0"/>
              <a:t>Conceptual Design</a:t>
            </a:r>
          </a:p>
          <a:p>
            <a:r>
              <a:rPr lang="en-US" dirty="0" smtClean="0"/>
              <a:t>Mechanical</a:t>
            </a:r>
          </a:p>
          <a:p>
            <a:r>
              <a:rPr lang="en-US" dirty="0" smtClean="0"/>
              <a:t>Actuator Sizing</a:t>
            </a:r>
          </a:p>
          <a:p>
            <a:r>
              <a:rPr lang="en-US" dirty="0" smtClean="0"/>
              <a:t>Stability</a:t>
            </a:r>
          </a:p>
          <a:p>
            <a:r>
              <a:rPr lang="en-US" dirty="0" smtClean="0"/>
              <a:t>Electrical System</a:t>
            </a:r>
          </a:p>
          <a:p>
            <a:r>
              <a:rPr lang="en-US" dirty="0"/>
              <a:t>Safety</a:t>
            </a:r>
          </a:p>
          <a:p>
            <a:r>
              <a:rPr lang="en-US" dirty="0" smtClean="0"/>
              <a:t>Software Architecture</a:t>
            </a:r>
          </a:p>
          <a:p>
            <a:r>
              <a:rPr lang="en-US" dirty="0" smtClean="0"/>
              <a:t>Manufacturing</a:t>
            </a:r>
          </a:p>
          <a:p>
            <a:r>
              <a:rPr lang="en-US" dirty="0" smtClean="0"/>
              <a:t>Estimated Budget</a:t>
            </a:r>
          </a:p>
          <a:p>
            <a:r>
              <a:rPr lang="en-US" dirty="0" smtClean="0"/>
              <a:t>Timeline</a:t>
            </a:r>
          </a:p>
          <a:p>
            <a:endParaRPr lang="en-US" dirty="0" smtClean="0"/>
          </a:p>
          <a:p>
            <a:endParaRPr lang="en-US" dirty="0" smtClean="0"/>
          </a:p>
          <a:p>
            <a:endParaRPr lang="en-US" dirty="0" smtClean="0"/>
          </a:p>
          <a:p>
            <a:endParaRPr lang="en-US" dirty="0"/>
          </a:p>
        </p:txBody>
      </p:sp>
    </p:spTree>
    <p:extLst>
      <p:ext uri="{BB962C8B-B14F-4D97-AF65-F5344CB8AC3E}">
        <p14:creationId xmlns:p14="http://schemas.microsoft.com/office/powerpoint/2010/main" val="142649425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smtClean="0"/>
              <a:t>Application &amp; User Interface</a:t>
            </a:r>
            <a:endParaRPr lang="en-US" sz="3600" dirty="0"/>
          </a:p>
        </p:txBody>
      </p:sp>
      <p:sp>
        <p:nvSpPr>
          <p:cNvPr id="4" name="Text Placeholder 3"/>
          <p:cNvSpPr>
            <a:spLocks noGrp="1"/>
          </p:cNvSpPr>
          <p:nvPr>
            <p:ph type="body" sz="half" idx="2"/>
          </p:nvPr>
        </p:nvSpPr>
        <p:spPr/>
        <p:txBody>
          <a:bodyPr/>
          <a:lstStyle/>
          <a:p>
            <a:r>
              <a:rPr lang="en-US" dirty="0" smtClean="0"/>
              <a:t>Swimming pool daily care mobile robot. Removes insects and dry leaves floating on water surface.</a:t>
            </a:r>
            <a:endParaRPr lang="en-US" dirty="0"/>
          </a:p>
          <a:p>
            <a:r>
              <a:rPr lang="en-US" dirty="0" smtClean="0"/>
              <a:t>User connects a regular a socket to an AC power plug, place it in water, and presses the start button.</a:t>
            </a:r>
            <a:endParaRPr lang="en-US" dirty="0"/>
          </a:p>
        </p:txBody>
      </p:sp>
      <p:pic>
        <p:nvPicPr>
          <p:cNvPr id="6" name="Picture Placeholder 5" descr="1.PNG"/>
          <p:cNvPicPr>
            <a:picLocks noGrp="1" noChangeAspect="1"/>
          </p:cNvPicPr>
          <p:nvPr>
            <p:ph type="pic" idx="1"/>
          </p:nvPr>
        </p:nvPicPr>
        <p:blipFill>
          <a:blip r:embed="rId2"/>
          <a:srcRect l="14267" r="14267"/>
          <a:stretch>
            <a:fillRect/>
          </a:stretch>
        </p:blipFill>
        <p:spPr/>
      </p:pic>
    </p:spTree>
    <p:extLst>
      <p:ext uri="{BB962C8B-B14F-4D97-AF65-F5344CB8AC3E}">
        <p14:creationId xmlns:p14="http://schemas.microsoft.com/office/powerpoint/2010/main" val="143557802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2142" y="235131"/>
            <a:ext cx="9875520" cy="1356360"/>
          </a:xfrm>
        </p:spPr>
        <p:txBody>
          <a:bodyPr/>
          <a:lstStyle/>
          <a:p>
            <a:r>
              <a:rPr lang="en-US" sz="2800" dirty="0" smtClean="0"/>
              <a:t>Business models</a:t>
            </a:r>
            <a:r>
              <a:rPr lang="en-US" dirty="0" smtClean="0"/>
              <a:t/>
            </a:r>
            <a:br>
              <a:rPr lang="en-US" dirty="0" smtClean="0"/>
            </a:br>
            <a:endParaRPr lang="en-US" dirty="0"/>
          </a:p>
        </p:txBody>
      </p:sp>
      <p:pic>
        <p:nvPicPr>
          <p:cNvPr id="4" name="Content Placeholder 3" descr="D:\(C)\Engineering\6.Senior 1\Semester 8\Design of MCT (2)\1.Design Thinking\the-value-proposition-canvas.jpg"/>
          <p:cNvPicPr>
            <a:picLocks noGrp="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900276" y="833198"/>
            <a:ext cx="10464410" cy="5706939"/>
          </a:xfrm>
          <a:prstGeom prst="rect">
            <a:avLst/>
          </a:prstGeom>
          <a:noFill/>
          <a:ln>
            <a:noFill/>
          </a:ln>
        </p:spPr>
      </p:pic>
    </p:spTree>
    <p:extLst>
      <p:ext uri="{BB962C8B-B14F-4D97-AF65-F5344CB8AC3E}">
        <p14:creationId xmlns:p14="http://schemas.microsoft.com/office/powerpoint/2010/main" val="48749197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7308" y="139338"/>
            <a:ext cx="9875520" cy="1356360"/>
          </a:xfrm>
        </p:spPr>
        <p:txBody>
          <a:bodyPr/>
          <a:lstStyle/>
          <a:p>
            <a:r>
              <a:rPr lang="en-US" sz="2800" dirty="0" smtClean="0"/>
              <a:t>Lean </a:t>
            </a:r>
            <a:r>
              <a:rPr lang="en-US" sz="2800" dirty="0"/>
              <a:t>C</a:t>
            </a:r>
            <a:r>
              <a:rPr lang="en-US" sz="2800" dirty="0" smtClean="0"/>
              <a:t>anvas </a:t>
            </a:r>
            <a:r>
              <a:rPr lang="en-US" dirty="0" smtClean="0"/>
              <a:t/>
            </a:r>
            <a:br>
              <a:rPr lang="en-US" dirty="0" smtClean="0"/>
            </a:br>
            <a:endParaRPr lang="en-US" dirty="0"/>
          </a:p>
        </p:txBody>
      </p:sp>
      <p:pic>
        <p:nvPicPr>
          <p:cNvPr id="4" name="Content Placeholder 3" descr="Tool_24_leancanvas.jpg"/>
          <p:cNvPicPr>
            <a:picLocks noGrp="1" noChangeAspect="1"/>
          </p:cNvPicPr>
          <p:nvPr>
            <p:ph idx="1"/>
          </p:nvPr>
        </p:nvPicPr>
        <p:blipFill>
          <a:blip r:embed="rId2"/>
          <a:stretch>
            <a:fillRect/>
          </a:stretch>
        </p:blipFill>
        <p:spPr>
          <a:xfrm>
            <a:off x="1612054" y="646179"/>
            <a:ext cx="8716311" cy="5810874"/>
          </a:xfrm>
        </p:spPr>
      </p:pic>
    </p:spTree>
    <p:extLst>
      <p:ext uri="{BB962C8B-B14F-4D97-AF65-F5344CB8AC3E}">
        <p14:creationId xmlns:p14="http://schemas.microsoft.com/office/powerpoint/2010/main" val="162467207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smtClean="0"/>
              <a:t>Market </a:t>
            </a:r>
            <a:r>
              <a:rPr lang="en-US" sz="3200" dirty="0" smtClean="0"/>
              <a:t>Research </a:t>
            </a:r>
            <a:r>
              <a:rPr lang="en-US" sz="3200" dirty="0"/>
              <a:t>S</a:t>
            </a:r>
            <a:r>
              <a:rPr lang="en-US" sz="3200" dirty="0" smtClean="0"/>
              <a:t>urvey</a:t>
            </a:r>
            <a:endParaRPr lang="en-US" sz="3200" dirty="0"/>
          </a:p>
        </p:txBody>
      </p:sp>
      <p:sp>
        <p:nvSpPr>
          <p:cNvPr id="3" name="Text Placeholder 2"/>
          <p:cNvSpPr>
            <a:spLocks noGrp="1"/>
          </p:cNvSpPr>
          <p:nvPr>
            <p:ph type="body" sz="half" idx="2"/>
          </p:nvPr>
        </p:nvSpPr>
        <p:spPr/>
        <p:txBody>
          <a:bodyPr/>
          <a:lstStyle/>
          <a:p>
            <a:r>
              <a:rPr lang="en-US" dirty="0"/>
              <a:t>Product concept is to provide daily care for average sized swimming pools by cleaning the water surface from environmental contaminations as leaves and insects using a mobile robot.</a:t>
            </a:r>
          </a:p>
        </p:txBody>
      </p:sp>
      <p:pic>
        <p:nvPicPr>
          <p:cNvPr id="6" name="Picture 5" descr="D:\(C)\Engineering\6.Senior 1\Semester 8\Design of MCT (2)\1.Design Thinking\Market Research Survey.png"/>
          <p:cNvPicPr/>
          <p:nvPr/>
        </p:nvPicPr>
        <p:blipFill>
          <a:blip r:embed="rId2">
            <a:extLst>
              <a:ext uri="{28A0092B-C50C-407E-A947-70E740481C1C}">
                <a14:useLocalDpi xmlns:a14="http://schemas.microsoft.com/office/drawing/2010/main" val="0"/>
              </a:ext>
            </a:extLst>
          </a:blip>
          <a:srcRect/>
          <a:stretch>
            <a:fillRect/>
          </a:stretch>
        </p:blipFill>
        <p:spPr bwMode="auto">
          <a:xfrm>
            <a:off x="6586447" y="426719"/>
            <a:ext cx="3889964" cy="6021977"/>
          </a:xfrm>
          <a:prstGeom prst="rect">
            <a:avLst/>
          </a:prstGeom>
          <a:noFill/>
          <a:ln>
            <a:noFill/>
          </a:ln>
        </p:spPr>
      </p:pic>
    </p:spTree>
    <p:extLst>
      <p:ext uri="{BB962C8B-B14F-4D97-AF65-F5344CB8AC3E}">
        <p14:creationId xmlns:p14="http://schemas.microsoft.com/office/powerpoint/2010/main" val="264259453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1" name="Chart 30"/>
          <p:cNvGraphicFramePr/>
          <p:nvPr>
            <p:extLst>
              <p:ext uri="{D42A27DB-BD31-4B8C-83A1-F6EECF244321}">
                <p14:modId xmlns:p14="http://schemas.microsoft.com/office/powerpoint/2010/main" val="336316888"/>
              </p:ext>
            </p:extLst>
          </p:nvPr>
        </p:nvGraphicFramePr>
        <p:xfrm>
          <a:off x="122460" y="1152862"/>
          <a:ext cx="3412592" cy="2530279"/>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32" name="Chart 31"/>
          <p:cNvGraphicFramePr/>
          <p:nvPr>
            <p:extLst>
              <p:ext uri="{D42A27DB-BD31-4B8C-83A1-F6EECF244321}">
                <p14:modId xmlns:p14="http://schemas.microsoft.com/office/powerpoint/2010/main" val="3847634763"/>
              </p:ext>
            </p:extLst>
          </p:nvPr>
        </p:nvGraphicFramePr>
        <p:xfrm>
          <a:off x="5313732" y="1184795"/>
          <a:ext cx="2672627" cy="2512175"/>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33" name="Chart 32"/>
          <p:cNvGraphicFramePr/>
          <p:nvPr>
            <p:extLst>
              <p:ext uri="{D42A27DB-BD31-4B8C-83A1-F6EECF244321}">
                <p14:modId xmlns:p14="http://schemas.microsoft.com/office/powerpoint/2010/main" val="1660307071"/>
              </p:ext>
            </p:extLst>
          </p:nvPr>
        </p:nvGraphicFramePr>
        <p:xfrm>
          <a:off x="2431572" y="1145282"/>
          <a:ext cx="3733938" cy="253786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34" name="Chart 33"/>
          <p:cNvGraphicFramePr/>
          <p:nvPr>
            <p:extLst>
              <p:ext uri="{D42A27DB-BD31-4B8C-83A1-F6EECF244321}">
                <p14:modId xmlns:p14="http://schemas.microsoft.com/office/powerpoint/2010/main" val="2146607939"/>
              </p:ext>
            </p:extLst>
          </p:nvPr>
        </p:nvGraphicFramePr>
        <p:xfrm>
          <a:off x="8161886" y="2023125"/>
          <a:ext cx="3717298" cy="3208751"/>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35" name="Chart 34"/>
          <p:cNvGraphicFramePr/>
          <p:nvPr>
            <p:extLst>
              <p:ext uri="{D42A27DB-BD31-4B8C-83A1-F6EECF244321}">
                <p14:modId xmlns:p14="http://schemas.microsoft.com/office/powerpoint/2010/main" val="827498880"/>
              </p:ext>
            </p:extLst>
          </p:nvPr>
        </p:nvGraphicFramePr>
        <p:xfrm>
          <a:off x="256881" y="3683141"/>
          <a:ext cx="3987538" cy="2971263"/>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36" name="Chart 35"/>
          <p:cNvGraphicFramePr/>
          <p:nvPr>
            <p:extLst>
              <p:ext uri="{D42A27DB-BD31-4B8C-83A1-F6EECF244321}">
                <p14:modId xmlns:p14="http://schemas.microsoft.com/office/powerpoint/2010/main" val="2495281782"/>
              </p:ext>
            </p:extLst>
          </p:nvPr>
        </p:nvGraphicFramePr>
        <p:xfrm>
          <a:off x="3808430" y="3798711"/>
          <a:ext cx="4440024" cy="2866329"/>
        </p:xfrm>
        <a:graphic>
          <a:graphicData uri="http://schemas.openxmlformats.org/drawingml/2006/chart">
            <c:chart xmlns:c="http://schemas.openxmlformats.org/drawingml/2006/chart" xmlns:r="http://schemas.openxmlformats.org/officeDocument/2006/relationships" r:id="rId7"/>
          </a:graphicData>
        </a:graphic>
      </p:graphicFrame>
      <p:sp>
        <p:nvSpPr>
          <p:cNvPr id="37" name="Title 36"/>
          <p:cNvSpPr>
            <a:spLocks noGrp="1"/>
          </p:cNvSpPr>
          <p:nvPr>
            <p:ph type="title"/>
          </p:nvPr>
        </p:nvSpPr>
        <p:spPr>
          <a:xfrm>
            <a:off x="256881" y="62607"/>
            <a:ext cx="9875520" cy="1356360"/>
          </a:xfrm>
        </p:spPr>
        <p:txBody>
          <a:bodyPr>
            <a:normAutofit/>
          </a:bodyPr>
          <a:lstStyle/>
          <a:p>
            <a:r>
              <a:rPr lang="en-US" sz="3200" dirty="0" smtClean="0"/>
              <a:t>Survey Results</a:t>
            </a:r>
            <a:endParaRPr lang="en-US" sz="3200" dirty="0"/>
          </a:p>
        </p:txBody>
      </p:sp>
    </p:spTree>
    <p:extLst>
      <p:ext uri="{BB962C8B-B14F-4D97-AF65-F5344CB8AC3E}">
        <p14:creationId xmlns:p14="http://schemas.microsoft.com/office/powerpoint/2010/main" val="307502824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smtClean="0"/>
              <a:t>Human-machine interface</a:t>
            </a:r>
            <a:r>
              <a:rPr lang="en-US" dirty="0" smtClean="0"/>
              <a:t/>
            </a:r>
            <a:br>
              <a:rPr lang="en-US" dirty="0" smtClean="0"/>
            </a:br>
            <a:endParaRPr lang="en-US" dirty="0"/>
          </a:p>
        </p:txBody>
      </p:sp>
      <p:sp>
        <p:nvSpPr>
          <p:cNvPr id="3" name="Content Placeholder 2"/>
          <p:cNvSpPr>
            <a:spLocks noGrp="1"/>
          </p:cNvSpPr>
          <p:nvPr>
            <p:ph idx="1"/>
          </p:nvPr>
        </p:nvSpPr>
        <p:spPr/>
        <p:txBody>
          <a:bodyPr/>
          <a:lstStyle/>
          <a:p>
            <a:pPr marL="45720" indent="0">
              <a:buNone/>
            </a:pPr>
            <a:r>
              <a:rPr lang="en-US" dirty="0" smtClean="0"/>
              <a:t>*image of new rendered image of handle and LED*</a:t>
            </a:r>
          </a:p>
          <a:p>
            <a:pPr marL="45720" indent="0">
              <a:buNone/>
            </a:pPr>
            <a:endParaRPr lang="en-US" dirty="0"/>
          </a:p>
        </p:txBody>
      </p:sp>
      <p:sp>
        <p:nvSpPr>
          <p:cNvPr id="7" name="Text Placeholder 6"/>
          <p:cNvSpPr>
            <a:spLocks noGrp="1"/>
          </p:cNvSpPr>
          <p:nvPr>
            <p:ph type="body" sz="half" idx="2"/>
          </p:nvPr>
        </p:nvSpPr>
        <p:spPr/>
        <p:txBody>
          <a:bodyPr/>
          <a:lstStyle/>
          <a:p>
            <a:pPr marL="45720"/>
            <a:r>
              <a:rPr lang="en-US" b="1" cap="all" dirty="0"/>
              <a:t>Ergonomics and usability</a:t>
            </a:r>
          </a:p>
          <a:p>
            <a:pPr marL="45720"/>
            <a:r>
              <a:rPr lang="en-US" dirty="0"/>
              <a:t>A</a:t>
            </a:r>
            <a:r>
              <a:rPr lang="en-US" dirty="0" smtClean="0"/>
              <a:t> </a:t>
            </a:r>
            <a:r>
              <a:rPr lang="en-US" b="1" dirty="0"/>
              <a:t>handle</a:t>
            </a:r>
            <a:r>
              <a:rPr lang="en-US" dirty="0"/>
              <a:t> is made that fits average hands’ size, placed in the exact center of the product weight</a:t>
            </a:r>
            <a:r>
              <a:rPr lang="en-US" dirty="0" smtClean="0"/>
              <a:t>.</a:t>
            </a:r>
          </a:p>
          <a:p>
            <a:pPr marL="45720"/>
            <a:r>
              <a:rPr lang="en-US" b="1" dirty="0"/>
              <a:t>On/Off Button </a:t>
            </a:r>
            <a:r>
              <a:rPr lang="en-US" dirty="0"/>
              <a:t>and a </a:t>
            </a:r>
            <a:r>
              <a:rPr lang="en-US" b="1" dirty="0"/>
              <a:t>LED</a:t>
            </a:r>
            <a:r>
              <a:rPr lang="en-US" dirty="0"/>
              <a:t> is used to indicate if the robot is in operation.</a:t>
            </a:r>
          </a:p>
          <a:p>
            <a:pPr marL="45720"/>
            <a:endParaRPr lang="en-US" dirty="0"/>
          </a:p>
        </p:txBody>
      </p:sp>
    </p:spTree>
    <p:extLst>
      <p:ext uri="{BB962C8B-B14F-4D97-AF65-F5344CB8AC3E}">
        <p14:creationId xmlns:p14="http://schemas.microsoft.com/office/powerpoint/2010/main" val="210753046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smtClean="0"/>
              <a:t>Rendered Image</a:t>
            </a:r>
            <a:endParaRPr lang="en-US" dirty="0"/>
          </a:p>
        </p:txBody>
      </p:sp>
      <p:sp>
        <p:nvSpPr>
          <p:cNvPr id="6" name="Content Placeholder 5"/>
          <p:cNvSpPr>
            <a:spLocks noGrp="1"/>
          </p:cNvSpPr>
          <p:nvPr>
            <p:ph idx="1"/>
          </p:nvPr>
        </p:nvSpPr>
        <p:spPr/>
        <p:txBody>
          <a:bodyPr/>
          <a:lstStyle/>
          <a:p>
            <a:r>
              <a:rPr lang="en-US" dirty="0" smtClean="0"/>
              <a:t>*Rendered Image*</a:t>
            </a:r>
            <a:endParaRPr lang="en-US" dirty="0"/>
          </a:p>
        </p:txBody>
      </p:sp>
    </p:spTree>
    <p:extLst>
      <p:ext uri="{BB962C8B-B14F-4D97-AF65-F5344CB8AC3E}">
        <p14:creationId xmlns:p14="http://schemas.microsoft.com/office/powerpoint/2010/main" val="194630933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Conceptual Design</a:t>
            </a:r>
            <a:endParaRPr lang="en-US" dirty="0"/>
          </a:p>
        </p:txBody>
      </p:sp>
      <p:sp>
        <p:nvSpPr>
          <p:cNvPr id="3" name="Content Placeholder 2"/>
          <p:cNvSpPr>
            <a:spLocks noGrp="1"/>
          </p:cNvSpPr>
          <p:nvPr>
            <p:ph idx="1"/>
          </p:nvPr>
        </p:nvSpPr>
        <p:spPr/>
        <p:txBody>
          <a:bodyPr/>
          <a:lstStyle/>
          <a:p>
            <a:r>
              <a:rPr lang="en-US" dirty="0" smtClean="0"/>
              <a:t>Minimizing </a:t>
            </a:r>
            <a:r>
              <a:rPr lang="en-US" b="1" dirty="0" smtClean="0"/>
              <a:t>Drag Force</a:t>
            </a:r>
            <a:r>
              <a:rPr lang="en-US" dirty="0" smtClean="0"/>
              <a:t> </a:t>
            </a:r>
          </a:p>
          <a:p>
            <a:r>
              <a:rPr lang="en-US" dirty="0" smtClean="0"/>
              <a:t>Collecting rubbish by </a:t>
            </a:r>
            <a:r>
              <a:rPr lang="en-US" b="1" dirty="0" smtClean="0"/>
              <a:t>Water Suction</a:t>
            </a:r>
            <a:endParaRPr lang="en-US" dirty="0"/>
          </a:p>
        </p:txBody>
      </p:sp>
    </p:spTree>
    <p:extLst>
      <p:ext uri="{BB962C8B-B14F-4D97-AF65-F5344CB8AC3E}">
        <p14:creationId xmlns:p14="http://schemas.microsoft.com/office/powerpoint/2010/main" val="327979720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728221" y="2648930"/>
            <a:ext cx="3931920" cy="1084083"/>
          </a:xfrm>
        </p:spPr>
        <p:txBody>
          <a:bodyPr/>
          <a:lstStyle/>
          <a:p>
            <a:r>
              <a:rPr lang="en-US" sz="3200" dirty="0" smtClean="0"/>
              <a:t>Mechanical Design</a:t>
            </a:r>
            <a:br>
              <a:rPr lang="en-US" sz="3200" dirty="0" smtClean="0"/>
            </a:br>
            <a:r>
              <a:rPr lang="en-US" sz="2000" dirty="0" smtClean="0"/>
              <a:t>CAD Model </a:t>
            </a:r>
            <a:endParaRPr lang="en-US" sz="2000" dirty="0"/>
          </a:p>
        </p:txBody>
      </p:sp>
      <p:pic>
        <p:nvPicPr>
          <p:cNvPr id="7" name="Content Placeholder 6" descr="5.png"/>
          <p:cNvPicPr>
            <a:picLocks noGrp="1" noChangeAspect="1"/>
          </p:cNvPicPr>
          <p:nvPr>
            <p:ph type="pic" idx="1"/>
          </p:nvPr>
        </p:nvPicPr>
        <p:blipFill>
          <a:blip r:embed="rId2"/>
          <a:srcRect l="14267" r="14267"/>
          <a:stretch>
            <a:fillRect/>
          </a:stretch>
        </p:blipFill>
        <p:spPr>
          <a:xfrm>
            <a:off x="4059530" y="343286"/>
            <a:ext cx="7827669" cy="6161209"/>
          </a:xfrm>
        </p:spPr>
      </p:pic>
    </p:spTree>
    <p:extLst>
      <p:ext uri="{BB962C8B-B14F-4D97-AF65-F5344CB8AC3E}">
        <p14:creationId xmlns:p14="http://schemas.microsoft.com/office/powerpoint/2010/main" val="27077948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69303" y="1451727"/>
            <a:ext cx="4628561" cy="989814"/>
          </a:xfrm>
        </p:spPr>
        <p:txBody>
          <a:bodyPr/>
          <a:lstStyle/>
          <a:p>
            <a:r>
              <a:rPr lang="en-US" sz="3200" dirty="0"/>
              <a:t>Mechanical Design</a:t>
            </a:r>
            <a:br>
              <a:rPr lang="en-US" sz="3200" dirty="0"/>
            </a:br>
            <a:r>
              <a:rPr lang="en-US" sz="2000" dirty="0"/>
              <a:t>CAD Model </a:t>
            </a:r>
          </a:p>
        </p:txBody>
      </p:sp>
      <p:sp>
        <p:nvSpPr>
          <p:cNvPr id="4" name="Text Placeholder 3"/>
          <p:cNvSpPr>
            <a:spLocks noGrp="1"/>
          </p:cNvSpPr>
          <p:nvPr>
            <p:ph type="body" sz="half" idx="2"/>
          </p:nvPr>
        </p:nvSpPr>
        <p:spPr/>
        <p:txBody>
          <a:bodyPr/>
          <a:lstStyle/>
          <a:p>
            <a:endParaRPr lang="en-US" dirty="0"/>
          </a:p>
        </p:txBody>
      </p:sp>
      <p:pic>
        <p:nvPicPr>
          <p:cNvPr id="5" name="Content Placeholder 8" descr="3.png"/>
          <p:cNvPicPr>
            <a:picLocks noGrp="1" noChangeAspect="1"/>
          </p:cNvPicPr>
          <p:nvPr>
            <p:ph type="pic" idx="1"/>
          </p:nvPr>
        </p:nvPicPr>
        <p:blipFill>
          <a:blip r:embed="rId2"/>
          <a:srcRect l="14267" r="14267"/>
          <a:stretch>
            <a:fillRect/>
          </a:stretch>
        </p:blipFill>
        <p:spPr/>
      </p:pic>
      <p:pic>
        <p:nvPicPr>
          <p:cNvPr id="6" name="Picture 5" descr="4.png"/>
          <p:cNvPicPr>
            <a:picLocks noChangeAspect="1"/>
          </p:cNvPicPr>
          <p:nvPr/>
        </p:nvPicPr>
        <p:blipFill>
          <a:blip r:embed="rId3"/>
          <a:srcRect l="34286" t="23746" r="35857" b="30667"/>
          <a:stretch>
            <a:fillRect/>
          </a:stretch>
        </p:blipFill>
        <p:spPr>
          <a:xfrm>
            <a:off x="669303" y="2684224"/>
            <a:ext cx="4444806" cy="3181191"/>
          </a:xfrm>
          <a:prstGeom prst="rect">
            <a:avLst/>
          </a:prstGeom>
        </p:spPr>
      </p:pic>
    </p:spTree>
    <p:extLst>
      <p:ext uri="{BB962C8B-B14F-4D97-AF65-F5344CB8AC3E}">
        <p14:creationId xmlns:p14="http://schemas.microsoft.com/office/powerpoint/2010/main" val="359589412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341722" y="392672"/>
            <a:ext cx="9875520" cy="1356360"/>
          </a:xfrm>
        </p:spPr>
        <p:txBody>
          <a:bodyPr>
            <a:normAutofit/>
          </a:bodyPr>
          <a:lstStyle/>
          <a:p>
            <a:r>
              <a:rPr lang="en-US" dirty="0" smtClean="0"/>
              <a:t>Mechanical Design</a:t>
            </a:r>
            <a:br>
              <a:rPr lang="en-US" dirty="0" smtClean="0"/>
            </a:br>
            <a:r>
              <a:rPr lang="en-US" sz="2400" dirty="0" smtClean="0"/>
              <a:t>Filter and thrusters fixation</a:t>
            </a:r>
            <a:r>
              <a:rPr lang="en-US" dirty="0" smtClean="0"/>
              <a:t/>
            </a:r>
            <a:br>
              <a:rPr lang="en-US" dirty="0" smtClean="0"/>
            </a:br>
            <a:r>
              <a:rPr lang="en-US" sz="2400" dirty="0" smtClean="0"/>
              <a:t> </a:t>
            </a:r>
            <a:endParaRPr lang="en-US" dirty="0"/>
          </a:p>
        </p:txBody>
      </p:sp>
      <p:pic>
        <p:nvPicPr>
          <p:cNvPr id="6" name="Content Placeholder 5" descr="7.png"/>
          <p:cNvPicPr>
            <a:picLocks noGrp="1" noChangeAspect="1"/>
          </p:cNvPicPr>
          <p:nvPr>
            <p:ph sz="half" idx="1"/>
          </p:nvPr>
        </p:nvPicPr>
        <p:blipFill rotWithShape="1">
          <a:blip r:embed="rId2"/>
          <a:srcRect r="20600"/>
          <a:stretch/>
        </p:blipFill>
        <p:spPr>
          <a:xfrm>
            <a:off x="6174555" y="392672"/>
            <a:ext cx="5637229" cy="3910555"/>
          </a:xfrm>
          <a:prstGeom prst="rect">
            <a:avLst/>
          </a:prstGeom>
        </p:spPr>
      </p:pic>
      <p:pic>
        <p:nvPicPr>
          <p:cNvPr id="11" name="Content Placeholder 10" descr="8.png"/>
          <p:cNvPicPr>
            <a:picLocks noGrp="1" noChangeAspect="1"/>
          </p:cNvPicPr>
          <p:nvPr>
            <p:ph sz="half" idx="2"/>
          </p:nvPr>
        </p:nvPicPr>
        <p:blipFill>
          <a:blip r:embed="rId3"/>
          <a:stretch>
            <a:fillRect/>
          </a:stretch>
        </p:blipFill>
        <p:spPr>
          <a:xfrm>
            <a:off x="487594" y="2906853"/>
            <a:ext cx="5515801" cy="3511280"/>
          </a:xfrm>
          <a:prstGeom prst="rect">
            <a:avLst/>
          </a:prstGeom>
        </p:spPr>
      </p:pic>
    </p:spTree>
    <p:extLst>
      <p:ext uri="{BB962C8B-B14F-4D97-AF65-F5344CB8AC3E}">
        <p14:creationId xmlns:p14="http://schemas.microsoft.com/office/powerpoint/2010/main" val="2041539381"/>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Mechanical Design</a:t>
            </a:r>
            <a:br>
              <a:rPr lang="en-US" dirty="0" smtClean="0"/>
            </a:br>
            <a:r>
              <a:rPr lang="en-US" sz="2400" dirty="0"/>
              <a:t> </a:t>
            </a:r>
            <a:r>
              <a:rPr lang="en-US" sz="2400" dirty="0" smtClean="0"/>
              <a:t>Top and bottom fixations </a:t>
            </a:r>
            <a:endParaRPr lang="en-US" dirty="0"/>
          </a:p>
        </p:txBody>
      </p:sp>
      <p:pic>
        <p:nvPicPr>
          <p:cNvPr id="8" name="Content Placeholder 7" descr="5.png"/>
          <p:cNvPicPr>
            <a:picLocks noGrp="1" noChangeAspect="1"/>
          </p:cNvPicPr>
          <p:nvPr>
            <p:ph sz="half" idx="1"/>
          </p:nvPr>
        </p:nvPicPr>
        <p:blipFill>
          <a:blip r:embed="rId2"/>
          <a:srcRect l="10092" t="23537" r="14712"/>
          <a:stretch>
            <a:fillRect/>
          </a:stretch>
        </p:blipFill>
        <p:spPr>
          <a:xfrm>
            <a:off x="2343295" y="1863621"/>
            <a:ext cx="7474930" cy="4275489"/>
          </a:xfrm>
        </p:spPr>
      </p:pic>
    </p:spTree>
    <p:extLst>
      <p:ext uri="{BB962C8B-B14F-4D97-AF65-F5344CB8AC3E}">
        <p14:creationId xmlns:p14="http://schemas.microsoft.com/office/powerpoint/2010/main" val="765447555"/>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7136" y="338080"/>
            <a:ext cx="9875520" cy="1356360"/>
          </a:xfrm>
        </p:spPr>
        <p:txBody>
          <a:bodyPr/>
          <a:lstStyle/>
          <a:p>
            <a:r>
              <a:rPr lang="en-US" sz="3200" dirty="0" smtClean="0"/>
              <a:t>Mechanical Design</a:t>
            </a:r>
            <a:br>
              <a:rPr lang="en-US" sz="3200" dirty="0" smtClean="0"/>
            </a:br>
            <a:r>
              <a:rPr lang="en-US" sz="2400" dirty="0"/>
              <a:t> </a:t>
            </a:r>
            <a:r>
              <a:rPr lang="en-US" sz="2000" dirty="0" smtClean="0"/>
              <a:t>Over all dimension</a:t>
            </a:r>
            <a:endParaRPr lang="en-US" sz="2000" dirty="0"/>
          </a:p>
        </p:txBody>
      </p:sp>
      <p:pic>
        <p:nvPicPr>
          <p:cNvPr id="9" name="Content Placeholder 8" descr="9.PNG"/>
          <p:cNvPicPr>
            <a:picLocks noGrp="1" noChangeAspect="1"/>
          </p:cNvPicPr>
          <p:nvPr>
            <p:ph sz="half" idx="1"/>
          </p:nvPr>
        </p:nvPicPr>
        <p:blipFill>
          <a:blip r:embed="rId2"/>
          <a:stretch>
            <a:fillRect/>
          </a:stretch>
        </p:blipFill>
        <p:spPr>
          <a:xfrm>
            <a:off x="1170091" y="1487050"/>
            <a:ext cx="9796849" cy="4864563"/>
          </a:xfrm>
          <a:prstGeom prst="rect">
            <a:avLst/>
          </a:prstGeom>
        </p:spPr>
      </p:pic>
    </p:spTree>
    <p:extLst>
      <p:ext uri="{BB962C8B-B14F-4D97-AF65-F5344CB8AC3E}">
        <p14:creationId xmlns:p14="http://schemas.microsoft.com/office/powerpoint/2010/main" val="2900453491"/>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6307" y="82743"/>
            <a:ext cx="9875520" cy="1356360"/>
          </a:xfrm>
        </p:spPr>
        <p:txBody>
          <a:bodyPr>
            <a:normAutofit/>
          </a:bodyPr>
          <a:lstStyle/>
          <a:p>
            <a:r>
              <a:rPr lang="en-US" sz="3200" dirty="0" smtClean="0"/>
              <a:t>Mechanical Design</a:t>
            </a:r>
            <a:r>
              <a:rPr lang="en-US" dirty="0" smtClean="0"/>
              <a:t/>
            </a:r>
            <a:br>
              <a:rPr lang="en-US" dirty="0" smtClean="0"/>
            </a:br>
            <a:r>
              <a:rPr lang="en-US" sz="2400" dirty="0"/>
              <a:t> </a:t>
            </a:r>
            <a:r>
              <a:rPr lang="en-US" sz="2000" dirty="0" smtClean="0"/>
              <a:t>Stress analysis on chassis and bolts</a:t>
            </a:r>
            <a:endParaRPr lang="en-US" sz="2000" dirty="0"/>
          </a:p>
        </p:txBody>
      </p:sp>
      <p:pic>
        <p:nvPicPr>
          <p:cNvPr id="5" name="Content Placeholder 4"/>
          <p:cNvPicPr>
            <a:picLocks noGrp="1" noChangeAspect="1"/>
          </p:cNvPicPr>
          <p:nvPr>
            <p:ph sz="half" idx="1"/>
          </p:nvPr>
        </p:nvPicPr>
        <p:blipFill>
          <a:blip r:embed="rId2"/>
          <a:stretch>
            <a:fillRect/>
          </a:stretch>
        </p:blipFill>
        <p:spPr>
          <a:xfrm>
            <a:off x="350192" y="2670141"/>
            <a:ext cx="6047105" cy="3698613"/>
          </a:xfrm>
          <a:prstGeom prst="rect">
            <a:avLst/>
          </a:prstGeom>
        </p:spPr>
      </p:pic>
      <p:pic>
        <p:nvPicPr>
          <p:cNvPr id="6" name="Content Placeholder 5" descr="C:\Users\Dell\Downloads\55798175_386407682182243_8496069572099571712_n.png"/>
          <p:cNvPicPr>
            <a:picLocks noGrp="1"/>
          </p:cNvPicPr>
          <p:nvPr>
            <p:ph sz="half" idx="2"/>
          </p:nvPr>
        </p:nvPicPr>
        <p:blipFill>
          <a:blip r:embed="rId3" cstate="print">
            <a:extLst>
              <a:ext uri="{28A0092B-C50C-407E-A947-70E740481C1C}">
                <a14:useLocalDpi xmlns:a14="http://schemas.microsoft.com/office/drawing/2010/main" val="0"/>
              </a:ext>
            </a:extLst>
          </a:blip>
          <a:srcRect/>
          <a:stretch>
            <a:fillRect/>
          </a:stretch>
        </p:blipFill>
        <p:spPr bwMode="auto">
          <a:xfrm>
            <a:off x="6586988" y="320511"/>
            <a:ext cx="5281357" cy="4604141"/>
          </a:xfrm>
          <a:prstGeom prst="rect">
            <a:avLst/>
          </a:prstGeom>
          <a:noFill/>
          <a:ln>
            <a:noFill/>
          </a:ln>
        </p:spPr>
      </p:pic>
    </p:spTree>
    <p:extLst>
      <p:ext uri="{BB962C8B-B14F-4D97-AF65-F5344CB8AC3E}">
        <p14:creationId xmlns:p14="http://schemas.microsoft.com/office/powerpoint/2010/main" val="473565061"/>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9623" y="297083"/>
            <a:ext cx="9875520" cy="1356360"/>
          </a:xfrm>
        </p:spPr>
        <p:txBody>
          <a:bodyPr/>
          <a:lstStyle/>
          <a:p>
            <a:r>
              <a:rPr lang="en-US" sz="3200" dirty="0" smtClean="0"/>
              <a:t>Actuator </a:t>
            </a:r>
            <a:r>
              <a:rPr lang="en-US" sz="3200" dirty="0" smtClean="0"/>
              <a:t>Sizing</a:t>
            </a:r>
            <a:br>
              <a:rPr lang="en-US" sz="3200" dirty="0" smtClean="0"/>
            </a:br>
            <a:r>
              <a:rPr lang="en-US" sz="2000" dirty="0" smtClean="0"/>
              <a:t>Hand Calculations</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28684291"/>
              </p:ext>
            </p:extLst>
          </p:nvPr>
        </p:nvGraphicFramePr>
        <p:xfrm>
          <a:off x="517071" y="1233351"/>
          <a:ext cx="11127377" cy="504008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460764695"/>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smtClean="0"/>
              <a:t>Actuator</a:t>
            </a:r>
            <a:r>
              <a:rPr lang="en-US" dirty="0" smtClean="0"/>
              <a:t> </a:t>
            </a:r>
            <a:r>
              <a:rPr lang="en-US" sz="3200" dirty="0" smtClean="0"/>
              <a:t>Sizing</a:t>
            </a:r>
            <a:r>
              <a:rPr lang="en-US" dirty="0" smtClean="0"/>
              <a:t/>
            </a:r>
            <a:br>
              <a:rPr lang="en-US" dirty="0" smtClean="0"/>
            </a:br>
            <a:r>
              <a:rPr lang="en-US" sz="2000" dirty="0"/>
              <a:t> Simulink (Simscape Model – Velocity Control)</a:t>
            </a:r>
            <a:endParaRPr lang="en-US" sz="2000" dirty="0"/>
          </a:p>
        </p:txBody>
      </p:sp>
      <p:sp>
        <p:nvSpPr>
          <p:cNvPr id="5" name="Text Placeholder 4"/>
          <p:cNvSpPr>
            <a:spLocks noGrp="1"/>
          </p:cNvSpPr>
          <p:nvPr>
            <p:ph type="body" sz="half" idx="2"/>
          </p:nvPr>
        </p:nvSpPr>
        <p:spPr/>
        <p:txBody>
          <a:bodyPr>
            <a:normAutofit fontScale="92500"/>
          </a:bodyPr>
          <a:lstStyle/>
          <a:p>
            <a:r>
              <a:rPr lang="en-US" dirty="0"/>
              <a:t>Set point is compared to the signal coming from the system, and the error is fed to the PID controller </a:t>
            </a:r>
            <a:r>
              <a:rPr lang="en-US" dirty="0" smtClean="0"/>
              <a:t>.</a:t>
            </a:r>
            <a:r>
              <a:rPr lang="en-US" dirty="0"/>
              <a:t> </a:t>
            </a:r>
            <a:r>
              <a:rPr lang="en-US" dirty="0"/>
              <a:t>T</a:t>
            </a:r>
            <a:r>
              <a:rPr lang="en-US" dirty="0" smtClean="0"/>
              <a:t>he </a:t>
            </a:r>
            <a:r>
              <a:rPr lang="en-US" dirty="0"/>
              <a:t>output of the PID fed to the motor driver which controls the motor using the PWM technique, while the motor shaft </a:t>
            </a:r>
            <a:r>
              <a:rPr lang="en-US" dirty="0" smtClean="0"/>
              <a:t>rotates.</a:t>
            </a:r>
            <a:r>
              <a:rPr lang="en-US" dirty="0"/>
              <a:t> </a:t>
            </a:r>
            <a:r>
              <a:rPr lang="en-US" dirty="0"/>
              <a:t>T</a:t>
            </a:r>
            <a:r>
              <a:rPr lang="en-US" dirty="0" smtClean="0"/>
              <a:t>he </a:t>
            </a:r>
            <a:r>
              <a:rPr lang="en-US" dirty="0"/>
              <a:t>centrifugal pump being drove by the motor and from its flow rate, </a:t>
            </a:r>
            <a:r>
              <a:rPr lang="en-US" dirty="0" smtClean="0"/>
              <a:t>and velocity </a:t>
            </a:r>
            <a:r>
              <a:rPr lang="en-US" dirty="0"/>
              <a:t>outlet is </a:t>
            </a:r>
            <a:r>
              <a:rPr lang="en-US" dirty="0" smtClean="0"/>
              <a:t>obtained. Thus we can obtain thrusters force and the drag force due to the vehicle velocity, thus </a:t>
            </a:r>
            <a:r>
              <a:rPr lang="en-US" dirty="0"/>
              <a:t>calculating the resultant thrust acting on vehicle.</a:t>
            </a:r>
            <a:endParaRPr lang="en-US" dirty="0"/>
          </a:p>
        </p:txBody>
      </p:sp>
      <p:pic>
        <p:nvPicPr>
          <p:cNvPr id="9" name="Picture 8" descr="2.png"/>
          <p:cNvPicPr>
            <a:picLocks noChangeAspect="1"/>
          </p:cNvPicPr>
          <p:nvPr/>
        </p:nvPicPr>
        <p:blipFill>
          <a:blip r:embed="rId2"/>
          <a:srcRect l="7770" t="53813" r="69797"/>
          <a:stretch>
            <a:fillRect/>
          </a:stretch>
        </p:blipFill>
        <p:spPr>
          <a:xfrm>
            <a:off x="6537311" y="1097280"/>
            <a:ext cx="4209065" cy="4874654"/>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Tree>
    <p:extLst>
      <p:ext uri="{BB962C8B-B14F-4D97-AF65-F5344CB8AC3E}">
        <p14:creationId xmlns:p14="http://schemas.microsoft.com/office/powerpoint/2010/main" val="3308954544"/>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D:\(C)\Engineering\6.Senior 1\Semester 8\Design of MCT (2)\Actuator Sizing - Stress Analysis - Modeling\Pump FLow rate.JPG"/>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882359" y="339211"/>
            <a:ext cx="3956500" cy="3052171"/>
          </a:xfrm>
          <a:prstGeom prst="rect">
            <a:avLst/>
          </a:prstGeom>
          <a:noFill/>
          <a:ln>
            <a:noFill/>
          </a:ln>
        </p:spPr>
      </p:pic>
      <p:pic>
        <p:nvPicPr>
          <p:cNvPr id="6" name="Picture 5" descr="D:\(C)\Engineering\6.Senior 1\Semester 8\Design of MCT (2)\Actuator Sizing - Stress Analysis - Modeling\vehicel velocity.JPG"/>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907835" y="3483979"/>
            <a:ext cx="3931024" cy="3125165"/>
          </a:xfrm>
          <a:prstGeom prst="rect">
            <a:avLst/>
          </a:prstGeom>
          <a:noFill/>
          <a:ln>
            <a:noFill/>
          </a:ln>
        </p:spPr>
      </p:pic>
      <p:graphicFrame>
        <p:nvGraphicFramePr>
          <p:cNvPr id="7" name="Content Placeholder 9"/>
          <p:cNvGraphicFramePr>
            <a:graphicFrameLocks/>
          </p:cNvGraphicFramePr>
          <p:nvPr>
            <p:extLst>
              <p:ext uri="{D42A27DB-BD31-4B8C-83A1-F6EECF244321}">
                <p14:modId xmlns:p14="http://schemas.microsoft.com/office/powerpoint/2010/main" val="3957104744"/>
              </p:ext>
            </p:extLst>
          </p:nvPr>
        </p:nvGraphicFramePr>
        <p:xfrm>
          <a:off x="532435" y="339211"/>
          <a:ext cx="7199454" cy="607316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3202486852"/>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04014" y="371416"/>
            <a:ext cx="3931920" cy="698431"/>
          </a:xfrm>
        </p:spPr>
        <p:txBody>
          <a:bodyPr/>
          <a:lstStyle/>
          <a:p>
            <a:r>
              <a:rPr lang="en-US" sz="3200" dirty="0" smtClean="0"/>
              <a:t>Simplified Model</a:t>
            </a:r>
            <a:endParaRPr lang="en-US" sz="3200" dirty="0"/>
          </a:p>
        </p:txBody>
      </p:sp>
      <mc:AlternateContent xmlns:mc="http://schemas.openxmlformats.org/markup-compatibility/2006">
        <mc:Choice xmlns:a14="http://schemas.microsoft.com/office/drawing/2010/main" Requires="a14">
          <p:sp>
            <p:nvSpPr>
              <p:cNvPr id="6" name="Text Placeholder 5"/>
              <p:cNvSpPr>
                <a:spLocks noGrp="1"/>
              </p:cNvSpPr>
              <p:nvPr>
                <p:ph type="body" sz="half" idx="2"/>
              </p:nvPr>
            </p:nvSpPr>
            <p:spPr>
              <a:xfrm>
                <a:off x="517863" y="1288047"/>
                <a:ext cx="3931920" cy="2832540"/>
              </a:xfrm>
            </p:spPr>
            <p:txBody>
              <a:bodyPr/>
              <a:lstStyle/>
              <a:p>
                <a:r>
                  <a:rPr lang="en-US" dirty="0"/>
                  <a:t>Here is another model presenting the vehicle velocity using the previously used equations.</a:t>
                </a:r>
              </a:p>
              <a:p>
                <a:r>
                  <a:rPr lang="en-US" dirty="0"/>
                  <a:t>Drag Force against vehicle: D = T = </a:t>
                </a:r>
                <a14:m>
                  <m:oMath xmlns:m="http://schemas.openxmlformats.org/officeDocument/2006/math">
                    <m:f>
                      <m:fPr>
                        <m:ctrlPr>
                          <a:rPr lang="en-US" i="1"/>
                        </m:ctrlPr>
                      </m:fPr>
                      <m:num>
                        <m:r>
                          <a:rPr lang="en-US" i="1"/>
                          <m:t>1</m:t>
                        </m:r>
                      </m:num>
                      <m:den>
                        <m:r>
                          <a:rPr lang="en-US" i="1"/>
                          <m:t>2</m:t>
                        </m:r>
                      </m:den>
                    </m:f>
                  </m:oMath>
                </a14:m>
                <a:r>
                  <a:rPr lang="en-US" dirty="0"/>
                  <a:t> x CD x ρ x A</a:t>
                </a:r>
                <a:r>
                  <a:rPr lang="en-US" baseline="-25000" dirty="0"/>
                  <a:t>normal</a:t>
                </a:r>
                <a:r>
                  <a:rPr lang="en-US" dirty="0"/>
                  <a:t> x v</a:t>
                </a:r>
                <a:r>
                  <a:rPr lang="en-US" baseline="-25000" dirty="0"/>
                  <a:t>12</a:t>
                </a:r>
                <a:endParaRPr lang="en-US" dirty="0"/>
              </a:p>
              <a:p>
                <a:r>
                  <a:rPr lang="en-US" dirty="0"/>
                  <a:t>Propulsive </a:t>
                </a:r>
                <a:r>
                  <a:rPr lang="en-US" u="sng" dirty="0"/>
                  <a:t>or</a:t>
                </a:r>
                <a:r>
                  <a:rPr lang="en-US" dirty="0"/>
                  <a:t> Thrust Force: T = ρq (v</a:t>
                </a:r>
                <a:r>
                  <a:rPr lang="en-US" baseline="-25000" dirty="0"/>
                  <a:t>2 </a:t>
                </a:r>
                <a:r>
                  <a:rPr lang="en-US" dirty="0"/>
                  <a:t>– v</a:t>
                </a:r>
                <a:r>
                  <a:rPr lang="en-US" baseline="-25000" dirty="0"/>
                  <a:t>1</a:t>
                </a:r>
                <a:r>
                  <a:rPr lang="en-US" dirty="0" smtClean="0"/>
                  <a:t>)</a:t>
                </a:r>
              </a:p>
              <a:p>
                <a:r>
                  <a:rPr lang="en-US" dirty="0" smtClean="0"/>
                  <a:t>Results were not very sufficient.</a:t>
                </a:r>
                <a:endParaRPr lang="en-US" dirty="0"/>
              </a:p>
              <a:p>
                <a:endParaRPr lang="en-US" dirty="0"/>
              </a:p>
            </p:txBody>
          </p:sp>
        </mc:Choice>
        <mc:Fallback>
          <p:sp>
            <p:nvSpPr>
              <p:cNvPr id="6" name="Text Placeholder 5"/>
              <p:cNvSpPr>
                <a:spLocks noGrp="1" noRot="1" noChangeAspect="1" noMove="1" noResize="1" noEditPoints="1" noAdjustHandles="1" noChangeArrowheads="1" noChangeShapeType="1" noTextEdit="1"/>
              </p:cNvSpPr>
              <p:nvPr>
                <p:ph type="body" sz="half" idx="2"/>
              </p:nvPr>
            </p:nvSpPr>
            <p:spPr>
              <a:xfrm>
                <a:off x="517863" y="1288047"/>
                <a:ext cx="3931920" cy="2832540"/>
              </a:xfrm>
              <a:blipFill>
                <a:blip r:embed="rId2"/>
                <a:stretch>
                  <a:fillRect l="-1085" t="-645"/>
                </a:stretch>
              </a:blipFill>
            </p:spPr>
            <p:txBody>
              <a:bodyPr/>
              <a:lstStyle/>
              <a:p>
                <a:r>
                  <a:rPr lang="en-US">
                    <a:noFill/>
                  </a:rPr>
                  <a:t> </a:t>
                </a:r>
              </a:p>
            </p:txBody>
          </p:sp>
        </mc:Fallback>
      </mc:AlternateContent>
      <p:pic>
        <p:nvPicPr>
          <p:cNvPr id="11" name="Picture 10"/>
          <p:cNvPicPr/>
          <p:nvPr/>
        </p:nvPicPr>
        <p:blipFill>
          <a:blip r:embed="rId3"/>
          <a:stretch>
            <a:fillRect/>
          </a:stretch>
        </p:blipFill>
        <p:spPr>
          <a:xfrm>
            <a:off x="4663632" y="502688"/>
            <a:ext cx="6818454" cy="2992572"/>
          </a:xfrm>
          <a:prstGeom prst="rect">
            <a:avLst/>
          </a:prstGeom>
        </p:spPr>
      </p:pic>
      <p:pic>
        <p:nvPicPr>
          <p:cNvPr id="13" name="Picture 12"/>
          <p:cNvPicPr/>
          <p:nvPr/>
        </p:nvPicPr>
        <p:blipFill>
          <a:blip r:embed="rId4"/>
          <a:stretch>
            <a:fillRect/>
          </a:stretch>
        </p:blipFill>
        <p:spPr>
          <a:xfrm>
            <a:off x="2262822" y="3713460"/>
            <a:ext cx="3233738" cy="2737413"/>
          </a:xfrm>
          <a:prstGeom prst="rect">
            <a:avLst/>
          </a:prstGeom>
        </p:spPr>
      </p:pic>
      <p:pic>
        <p:nvPicPr>
          <p:cNvPr id="14" name="Picture 13"/>
          <p:cNvPicPr/>
          <p:nvPr/>
        </p:nvPicPr>
        <p:blipFill>
          <a:blip r:embed="rId5"/>
          <a:stretch>
            <a:fillRect/>
          </a:stretch>
        </p:blipFill>
        <p:spPr>
          <a:xfrm>
            <a:off x="7241519" y="3713460"/>
            <a:ext cx="3398838" cy="2814638"/>
          </a:xfrm>
          <a:prstGeom prst="rect">
            <a:avLst/>
          </a:prstGeom>
        </p:spPr>
      </p:pic>
    </p:spTree>
    <p:extLst>
      <p:ext uri="{BB962C8B-B14F-4D97-AF65-F5344CB8AC3E}">
        <p14:creationId xmlns:p14="http://schemas.microsoft.com/office/powerpoint/2010/main" val="124115915"/>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0360" y="365760"/>
            <a:ext cx="3931920" cy="629920"/>
          </a:xfrm>
        </p:spPr>
        <p:txBody>
          <a:bodyPr/>
          <a:lstStyle/>
          <a:p>
            <a:r>
              <a:rPr lang="en-US" sz="3200" dirty="0" smtClean="0"/>
              <a:t>Path Generation</a:t>
            </a:r>
            <a:endParaRPr lang="en-US" sz="3200" dirty="0"/>
          </a:p>
        </p:txBody>
      </p:sp>
      <p:sp>
        <p:nvSpPr>
          <p:cNvPr id="4" name="Text Placeholder 3"/>
          <p:cNvSpPr>
            <a:spLocks noGrp="1"/>
          </p:cNvSpPr>
          <p:nvPr>
            <p:ph type="body" sz="half" idx="2"/>
          </p:nvPr>
        </p:nvSpPr>
        <p:spPr>
          <a:xfrm>
            <a:off x="421640" y="1069847"/>
            <a:ext cx="3931920" cy="972313"/>
          </a:xfrm>
        </p:spPr>
        <p:txBody>
          <a:bodyPr/>
          <a:lstStyle/>
          <a:p>
            <a:r>
              <a:rPr lang="en-US" dirty="0"/>
              <a:t>Using MATLab, this model shown </a:t>
            </a:r>
            <a:r>
              <a:rPr lang="en-US" dirty="0" smtClean="0"/>
              <a:t> </a:t>
            </a:r>
            <a:r>
              <a:rPr lang="en-US" dirty="0"/>
              <a:t>simulated the control of the vehicle yaw angle using an IMU.</a:t>
            </a:r>
            <a:endParaRPr lang="en-US" dirty="0"/>
          </a:p>
        </p:txBody>
      </p:sp>
      <p:pic>
        <p:nvPicPr>
          <p:cNvPr id="6" name="Picture 5"/>
          <p:cNvPicPr/>
          <p:nvPr/>
        </p:nvPicPr>
        <p:blipFill>
          <a:blip r:embed="rId2"/>
          <a:stretch>
            <a:fillRect/>
          </a:stretch>
        </p:blipFill>
        <p:spPr>
          <a:xfrm>
            <a:off x="5918200" y="345440"/>
            <a:ext cx="5943600" cy="3493135"/>
          </a:xfrm>
          <a:prstGeom prst="rect">
            <a:avLst/>
          </a:prstGeom>
        </p:spPr>
      </p:pic>
      <p:pic>
        <p:nvPicPr>
          <p:cNvPr id="7" name="Picture 6"/>
          <p:cNvPicPr/>
          <p:nvPr/>
        </p:nvPicPr>
        <p:blipFill>
          <a:blip r:embed="rId3"/>
          <a:stretch>
            <a:fillRect/>
          </a:stretch>
        </p:blipFill>
        <p:spPr>
          <a:xfrm>
            <a:off x="5918200" y="3909695"/>
            <a:ext cx="5847080" cy="1456690"/>
          </a:xfrm>
          <a:prstGeom prst="rect">
            <a:avLst/>
          </a:prstGeom>
        </p:spPr>
      </p:pic>
      <p:pic>
        <p:nvPicPr>
          <p:cNvPr id="8" name="Picture 7"/>
          <p:cNvPicPr/>
          <p:nvPr/>
        </p:nvPicPr>
        <p:blipFill>
          <a:blip r:embed="rId4"/>
          <a:stretch>
            <a:fillRect/>
          </a:stretch>
        </p:blipFill>
        <p:spPr>
          <a:xfrm>
            <a:off x="421640" y="2042319"/>
            <a:ext cx="5207000" cy="3592512"/>
          </a:xfrm>
          <a:prstGeom prst="rect">
            <a:avLst/>
          </a:prstGeom>
        </p:spPr>
      </p:pic>
    </p:spTree>
    <p:extLst>
      <p:ext uri="{BB962C8B-B14F-4D97-AF65-F5344CB8AC3E}">
        <p14:creationId xmlns:p14="http://schemas.microsoft.com/office/powerpoint/2010/main" val="1560586924"/>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1640" y="314959"/>
            <a:ext cx="3931920" cy="754887"/>
          </a:xfrm>
        </p:spPr>
        <p:txBody>
          <a:bodyPr/>
          <a:lstStyle/>
          <a:p>
            <a:r>
              <a:rPr lang="en-US" dirty="0"/>
              <a:t>Path Generation</a:t>
            </a:r>
          </a:p>
        </p:txBody>
      </p:sp>
      <p:sp>
        <p:nvSpPr>
          <p:cNvPr id="4" name="Text Placeholder 3"/>
          <p:cNvSpPr>
            <a:spLocks noGrp="1"/>
          </p:cNvSpPr>
          <p:nvPr>
            <p:ph type="body" sz="half" idx="2"/>
          </p:nvPr>
        </p:nvSpPr>
        <p:spPr>
          <a:xfrm>
            <a:off x="421640" y="1069845"/>
            <a:ext cx="5298440" cy="1615251"/>
          </a:xfrm>
        </p:spPr>
        <p:txBody>
          <a:bodyPr>
            <a:normAutofit/>
          </a:bodyPr>
          <a:lstStyle/>
          <a:p>
            <a:r>
              <a:rPr lang="en-US" dirty="0" smtClean="0"/>
              <a:t>Those results were the most successful and the most logical of all MATLab models.</a:t>
            </a:r>
          </a:p>
          <a:p>
            <a:r>
              <a:rPr lang="en-US" dirty="0"/>
              <a:t>The PID parameters are tuned using Zeigler-Nicholas method, and a Kp = 10.15, Ki = 20.19, and Kd = </a:t>
            </a:r>
            <a:r>
              <a:rPr lang="en-US" dirty="0" smtClean="0"/>
              <a:t>0.446 </a:t>
            </a:r>
            <a:r>
              <a:rPr lang="en-US" dirty="0"/>
              <a:t>are obtained. </a:t>
            </a:r>
          </a:p>
          <a:p>
            <a:endParaRPr lang="en-US" dirty="0"/>
          </a:p>
        </p:txBody>
      </p:sp>
      <p:pic>
        <p:nvPicPr>
          <p:cNvPr id="205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15673" y="314959"/>
            <a:ext cx="5830887" cy="4500811"/>
          </a:xfrm>
          <a:prstGeom prst="rect">
            <a:avLst/>
          </a:prstGeom>
          <a:noFill/>
          <a:extLst>
            <a:ext uri="{909E8E84-426E-40DD-AFC4-6F175D3DCCD1}">
              <a14:hiddenFill xmlns:a14="http://schemas.microsoft.com/office/drawing/2010/main">
                <a:solidFill>
                  <a:srgbClr val="FFFFFF"/>
                </a:solidFill>
              </a14:hiddenFill>
            </a:ext>
          </a:extLst>
        </p:spPr>
      </p:pic>
      <p:pic>
        <p:nvPicPr>
          <p:cNvPr id="2051" name="Picture 2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6396" y="2565364"/>
            <a:ext cx="5485923" cy="39674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71045080"/>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Stability</a:t>
            </a:r>
            <a:endParaRPr lang="en-US" dirty="0"/>
          </a:p>
        </p:txBody>
      </p:sp>
      <p:sp>
        <p:nvSpPr>
          <p:cNvPr id="3" name="Content Placeholder 2"/>
          <p:cNvSpPr>
            <a:spLocks noGrp="1"/>
          </p:cNvSpPr>
          <p:nvPr>
            <p:ph idx="1"/>
          </p:nvPr>
        </p:nvSpPr>
        <p:spPr/>
        <p:txBody>
          <a:bodyPr/>
          <a:lstStyle/>
          <a:p>
            <a:r>
              <a:rPr lang="en-US" dirty="0" smtClean="0"/>
              <a:t>To achieve </a:t>
            </a:r>
            <a:r>
              <a:rPr lang="en-US" dirty="0" smtClean="0">
                <a:solidFill>
                  <a:srgbClr val="FF0000"/>
                </a:solidFill>
              </a:rPr>
              <a:t>equilibrium </a:t>
            </a:r>
            <a:r>
              <a:rPr lang="en-US" dirty="0" smtClean="0"/>
              <a:t>while robot is in </a:t>
            </a:r>
            <a:r>
              <a:rPr lang="en-US" dirty="0" smtClean="0">
                <a:solidFill>
                  <a:srgbClr val="FF0000"/>
                </a:solidFill>
              </a:rPr>
              <a:t>positive buoyancy</a:t>
            </a:r>
            <a:r>
              <a:rPr lang="en-US" dirty="0" smtClean="0"/>
              <a:t>, it has been found that the maximum mass robot can tolerate without sinking is </a:t>
            </a:r>
            <a:r>
              <a:rPr lang="en-US" dirty="0">
                <a:solidFill>
                  <a:srgbClr val="FF0000"/>
                </a:solidFill>
              </a:rPr>
              <a:t>m</a:t>
            </a:r>
            <a:r>
              <a:rPr lang="en-US" baseline="-25000" dirty="0">
                <a:solidFill>
                  <a:srgbClr val="FF0000"/>
                </a:solidFill>
              </a:rPr>
              <a:t>max </a:t>
            </a:r>
            <a:r>
              <a:rPr lang="en-US" dirty="0">
                <a:solidFill>
                  <a:srgbClr val="FF0000"/>
                </a:solidFill>
              </a:rPr>
              <a:t>= 3.54 </a:t>
            </a:r>
            <a:r>
              <a:rPr lang="en-US" dirty="0" smtClean="0">
                <a:solidFill>
                  <a:srgbClr val="FF0000"/>
                </a:solidFill>
              </a:rPr>
              <a:t>kg</a:t>
            </a:r>
            <a:r>
              <a:rPr lang="en-US" dirty="0" smtClean="0"/>
              <a:t>.</a:t>
            </a:r>
          </a:p>
          <a:p>
            <a:r>
              <a:rPr lang="en-US" dirty="0" smtClean="0"/>
              <a:t>To avoid </a:t>
            </a:r>
            <a:r>
              <a:rPr lang="en-US" dirty="0" smtClean="0">
                <a:solidFill>
                  <a:srgbClr val="FF0000"/>
                </a:solidFill>
              </a:rPr>
              <a:t>robot toppling </a:t>
            </a:r>
            <a:r>
              <a:rPr lang="en-US" dirty="0" smtClean="0"/>
              <a:t>due to </a:t>
            </a:r>
            <a:r>
              <a:rPr lang="en-US" dirty="0" smtClean="0">
                <a:solidFill>
                  <a:srgbClr val="FF0000"/>
                </a:solidFill>
              </a:rPr>
              <a:t>misalignment of  center of gravity and center of buoyancy</a:t>
            </a:r>
            <a:r>
              <a:rPr lang="en-US" dirty="0" smtClean="0"/>
              <a:t>, a wide volume is left at the front of ship to allow addition of variable weight.</a:t>
            </a:r>
          </a:p>
          <a:p>
            <a:pPr marL="45720" indent="0">
              <a:buNone/>
            </a:pPr>
            <a:endParaRPr lang="en-US" dirty="0"/>
          </a:p>
        </p:txBody>
      </p:sp>
    </p:spTree>
    <p:extLst>
      <p:ext uri="{BB962C8B-B14F-4D97-AF65-F5344CB8AC3E}">
        <p14:creationId xmlns:p14="http://schemas.microsoft.com/office/powerpoint/2010/main" val="3236265394"/>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1800" y="924560"/>
            <a:ext cx="4038600" cy="1005840"/>
          </a:xfrm>
        </p:spPr>
        <p:txBody>
          <a:bodyPr/>
          <a:lstStyle/>
          <a:p>
            <a:r>
              <a:rPr lang="en-US" sz="3200" dirty="0" smtClean="0"/>
              <a:t>Electrical </a:t>
            </a:r>
            <a:r>
              <a:rPr lang="en-US" sz="3200" dirty="0" smtClean="0"/>
              <a:t>Design </a:t>
            </a:r>
            <a:br>
              <a:rPr lang="en-US" sz="3200" dirty="0" smtClean="0"/>
            </a:br>
            <a:r>
              <a:rPr lang="en-US" sz="2000" dirty="0" smtClean="0"/>
              <a:t>SID</a:t>
            </a:r>
            <a:endParaRPr lang="en-US" sz="2000" dirty="0"/>
          </a:p>
        </p:txBody>
      </p:sp>
      <p:pic>
        <p:nvPicPr>
          <p:cNvPr id="6" name="Picture 5" descr="D:\(C)\Engineering\6.Senior 1\Semester 8\Design of MCT (2)\Electronics\sld 2 (6).png"/>
          <p:cNvPicPr/>
          <p:nvPr/>
        </p:nvPicPr>
        <p:blipFill rotWithShape="1">
          <a:blip r:embed="rId2">
            <a:extLst>
              <a:ext uri="{28A0092B-C50C-407E-A947-70E740481C1C}">
                <a14:useLocalDpi xmlns:a14="http://schemas.microsoft.com/office/drawing/2010/main" val="0"/>
              </a:ext>
            </a:extLst>
          </a:blip>
          <a:srcRect l="1953" t="967"/>
          <a:stretch/>
        </p:blipFill>
        <p:spPr bwMode="auto">
          <a:xfrm>
            <a:off x="3647440" y="294640"/>
            <a:ext cx="7650480" cy="6248400"/>
          </a:xfrm>
          <a:prstGeom prst="rect">
            <a:avLst/>
          </a:prstGeom>
          <a:noFill/>
          <a:ln>
            <a:noFill/>
          </a:ln>
        </p:spPr>
      </p:pic>
    </p:spTree>
    <p:extLst>
      <p:ext uri="{BB962C8B-B14F-4D97-AF65-F5344CB8AC3E}">
        <p14:creationId xmlns:p14="http://schemas.microsoft.com/office/powerpoint/2010/main" val="2355032030"/>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7680" y="782321"/>
            <a:ext cx="3383280" cy="1046480"/>
          </a:xfrm>
        </p:spPr>
        <p:txBody>
          <a:bodyPr/>
          <a:lstStyle/>
          <a:p>
            <a:r>
              <a:rPr lang="en-US" dirty="0" smtClean="0"/>
              <a:t/>
            </a:r>
            <a:br>
              <a:rPr lang="en-US" dirty="0" smtClean="0"/>
            </a:br>
            <a:r>
              <a:rPr lang="en-US" sz="3200" dirty="0" smtClean="0"/>
              <a:t>Electrical Design</a:t>
            </a:r>
            <a:r>
              <a:rPr lang="en-US" dirty="0"/>
              <a:t/>
            </a:r>
            <a:br>
              <a:rPr lang="en-US" dirty="0"/>
            </a:br>
            <a:r>
              <a:rPr lang="en-US" sz="2000" dirty="0" smtClean="0"/>
              <a:t> </a:t>
            </a:r>
            <a:r>
              <a:rPr lang="en-US" sz="2000" dirty="0"/>
              <a:t>Wire </a:t>
            </a:r>
            <a:r>
              <a:rPr lang="en-US" sz="2000" dirty="0" smtClean="0"/>
              <a:t>sizing &amp; Power Sizing</a:t>
            </a:r>
            <a:endParaRPr lang="en-US" sz="2000" dirty="0"/>
          </a:p>
        </p:txBody>
      </p:sp>
      <p:sp>
        <p:nvSpPr>
          <p:cNvPr id="4" name="Text Placeholder 3"/>
          <p:cNvSpPr>
            <a:spLocks noGrp="1"/>
          </p:cNvSpPr>
          <p:nvPr>
            <p:ph type="body" sz="half" idx="2"/>
          </p:nvPr>
        </p:nvSpPr>
        <p:spPr>
          <a:xfrm>
            <a:off x="2021840" y="4490721"/>
            <a:ext cx="8727440" cy="1767839"/>
          </a:xfrm>
        </p:spPr>
        <p:txBody>
          <a:bodyPr/>
          <a:lstStyle/>
          <a:p>
            <a:r>
              <a:rPr lang="en-US" dirty="0"/>
              <a:t>Since the thrusters are the most current consuming of about 3.2 A per Thruster.  Thus 24 AWG wires are used to meet the requirements of thrusters’ current.</a:t>
            </a:r>
          </a:p>
          <a:p>
            <a:r>
              <a:rPr lang="en-US" dirty="0" smtClean="0"/>
              <a:t>Total power consumption of components without any loss about 80W.</a:t>
            </a:r>
          </a:p>
          <a:p>
            <a:r>
              <a:rPr lang="en-US" dirty="0" smtClean="0"/>
              <a:t>Total power consumptions considering losses due to AC to DC Converters, Buck Converter, and wires is about 103W.</a:t>
            </a:r>
            <a:endParaRPr lang="en-US" dirty="0"/>
          </a:p>
        </p:txBody>
      </p:sp>
      <p:pic>
        <p:nvPicPr>
          <p:cNvPr id="5" name="Picture 4"/>
          <p:cNvPicPr/>
          <p:nvPr/>
        </p:nvPicPr>
        <p:blipFill>
          <a:blip r:embed="rId2">
            <a:extLst>
              <a:ext uri="{28A0092B-C50C-407E-A947-70E740481C1C}">
                <a14:useLocalDpi xmlns:a14="http://schemas.microsoft.com/office/drawing/2010/main" val="0"/>
              </a:ext>
            </a:extLst>
          </a:blip>
          <a:srcRect/>
          <a:stretch>
            <a:fillRect/>
          </a:stretch>
        </p:blipFill>
        <p:spPr bwMode="auto">
          <a:xfrm>
            <a:off x="1808480" y="2214880"/>
            <a:ext cx="9062720" cy="1757680"/>
          </a:xfrm>
          <a:prstGeom prst="rect">
            <a:avLst/>
          </a:prstGeom>
          <a:noFill/>
          <a:ln>
            <a:noFill/>
          </a:ln>
        </p:spPr>
      </p:pic>
    </p:spTree>
    <p:extLst>
      <p:ext uri="{BB962C8B-B14F-4D97-AF65-F5344CB8AC3E}">
        <p14:creationId xmlns:p14="http://schemas.microsoft.com/office/powerpoint/2010/main" val="1066047668"/>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Safety</a:t>
            </a:r>
            <a:endParaRPr lang="en-US" dirty="0"/>
          </a:p>
        </p:txBody>
      </p:sp>
      <p:sp>
        <p:nvSpPr>
          <p:cNvPr id="3" name="Content Placeholder 2"/>
          <p:cNvSpPr>
            <a:spLocks noGrp="1"/>
          </p:cNvSpPr>
          <p:nvPr>
            <p:ph idx="1"/>
          </p:nvPr>
        </p:nvSpPr>
        <p:spPr/>
        <p:txBody>
          <a:bodyPr/>
          <a:lstStyle/>
          <a:p>
            <a:pPr marL="45720" indent="0">
              <a:buNone/>
            </a:pPr>
            <a:r>
              <a:rPr lang="en-US" dirty="0" smtClean="0"/>
              <a:t>Since </a:t>
            </a:r>
            <a:r>
              <a:rPr lang="en-US" dirty="0" smtClean="0">
                <a:solidFill>
                  <a:srgbClr val="FF0000"/>
                </a:solidFill>
              </a:rPr>
              <a:t>AC </a:t>
            </a:r>
            <a:r>
              <a:rPr lang="en-US" dirty="0" smtClean="0"/>
              <a:t>is used to power this robot, high level of safety is considered</a:t>
            </a:r>
          </a:p>
          <a:p>
            <a:r>
              <a:rPr lang="en-US" dirty="0" smtClean="0">
                <a:solidFill>
                  <a:srgbClr val="FF0000"/>
                </a:solidFill>
              </a:rPr>
              <a:t>Ready sealed products </a:t>
            </a:r>
            <a:r>
              <a:rPr lang="en-US" dirty="0" smtClean="0"/>
              <a:t>are only present in water.</a:t>
            </a:r>
          </a:p>
          <a:p>
            <a:r>
              <a:rPr lang="en-US" dirty="0" smtClean="0"/>
              <a:t>High quality isolated wires.</a:t>
            </a:r>
          </a:p>
          <a:p>
            <a:r>
              <a:rPr lang="en-US" dirty="0" smtClean="0"/>
              <a:t>All Electronic components are separated in </a:t>
            </a:r>
            <a:r>
              <a:rPr lang="en-US" dirty="0" smtClean="0">
                <a:solidFill>
                  <a:srgbClr val="FF0000"/>
                </a:solidFill>
              </a:rPr>
              <a:t>a water proof box out of water</a:t>
            </a:r>
            <a:r>
              <a:rPr lang="en-US" dirty="0" smtClean="0"/>
              <a:t>, that also allowed </a:t>
            </a:r>
            <a:r>
              <a:rPr lang="en-US" dirty="0" smtClean="0">
                <a:solidFill>
                  <a:srgbClr val="FF0000"/>
                </a:solidFill>
              </a:rPr>
              <a:t>easy heat dissipation </a:t>
            </a:r>
            <a:r>
              <a:rPr lang="en-US" dirty="0" smtClean="0"/>
              <a:t>due to great stepping down of voltage.</a:t>
            </a:r>
          </a:p>
          <a:p>
            <a:r>
              <a:rPr lang="en-US" dirty="0" smtClean="0"/>
              <a:t>A </a:t>
            </a:r>
            <a:r>
              <a:rPr lang="en-US" dirty="0" smtClean="0">
                <a:solidFill>
                  <a:srgbClr val="FF0000"/>
                </a:solidFill>
              </a:rPr>
              <a:t>water sensor </a:t>
            </a:r>
            <a:r>
              <a:rPr lang="en-US" dirty="0" smtClean="0"/>
              <a:t>is used to detect if there’s any </a:t>
            </a:r>
            <a:r>
              <a:rPr lang="en-US" dirty="0" smtClean="0">
                <a:solidFill>
                  <a:srgbClr val="FF0000"/>
                </a:solidFill>
              </a:rPr>
              <a:t>leakage</a:t>
            </a:r>
            <a:r>
              <a:rPr lang="en-US" dirty="0" smtClean="0"/>
              <a:t> in the electronic components box.</a:t>
            </a:r>
          </a:p>
          <a:p>
            <a:pPr marL="45720" indent="0">
              <a:buNone/>
            </a:pPr>
            <a:r>
              <a:rPr lang="en-US" dirty="0" smtClean="0"/>
              <a:t>Also another </a:t>
            </a:r>
            <a:r>
              <a:rPr lang="en-US" dirty="0" smtClean="0">
                <a:solidFill>
                  <a:srgbClr val="FF0000"/>
                </a:solidFill>
              </a:rPr>
              <a:t>water sensor </a:t>
            </a:r>
            <a:r>
              <a:rPr lang="en-US" dirty="0" smtClean="0"/>
              <a:t>is used to assure that even if the start button is pressed but the robot isn’t placed in a suitable level of water, it won’t operate.</a:t>
            </a:r>
          </a:p>
        </p:txBody>
      </p:sp>
    </p:spTree>
    <p:extLst>
      <p:ext uri="{BB962C8B-B14F-4D97-AF65-F5344CB8AC3E}">
        <p14:creationId xmlns:p14="http://schemas.microsoft.com/office/powerpoint/2010/main" val="1041270312"/>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sz="3200" dirty="0" smtClean="0"/>
              <a:t>Software Design</a:t>
            </a:r>
            <a:br>
              <a:rPr lang="en-US" sz="3200" dirty="0" smtClean="0"/>
            </a:br>
            <a:r>
              <a:rPr lang="en-US" sz="2000" dirty="0" smtClean="0"/>
              <a:t>Concept</a:t>
            </a:r>
            <a:endParaRPr lang="en-US" sz="2000" dirty="0"/>
          </a:p>
        </p:txBody>
      </p:sp>
      <p:sp>
        <p:nvSpPr>
          <p:cNvPr id="6" name="Text Placeholder 5"/>
          <p:cNvSpPr>
            <a:spLocks noGrp="1"/>
          </p:cNvSpPr>
          <p:nvPr>
            <p:ph type="body" sz="half" idx="2"/>
          </p:nvPr>
        </p:nvSpPr>
        <p:spPr/>
        <p:txBody>
          <a:bodyPr>
            <a:normAutofit fontScale="92500" lnSpcReduction="10000"/>
          </a:bodyPr>
          <a:lstStyle/>
          <a:p>
            <a:r>
              <a:rPr lang="en-US" dirty="0"/>
              <a:t>Main concept of the software design is that the dimensions of the rectangular average sized swimming pool will be previously known and the robot will be pre-programmed before it’s handled to customer. Thus just by changing the width and the length and re-burning the code to the microcontroller, the robot autonomously will be able to calculate the number of turns required to clean the pool and return back to the start point, thus being ready for another trip through the swimming pool.</a:t>
            </a:r>
          </a:p>
        </p:txBody>
      </p:sp>
      <p:pic>
        <p:nvPicPr>
          <p:cNvPr id="8" name="Picture Placeholder 7"/>
          <p:cNvPicPr>
            <a:picLocks noGrp="1"/>
          </p:cNvPicPr>
          <p:nvPr>
            <p:ph type="pic" idx="1"/>
          </p:nvPr>
        </p:nvPicPr>
        <p:blipFill>
          <a:blip r:embed="rId2"/>
          <a:srcRect l="1097" r="1097"/>
          <a:stretch>
            <a:fillRect/>
          </a:stretch>
        </p:blipFill>
        <p:spPr>
          <a:prstGeom prst="rect">
            <a:avLst/>
          </a:prstGeom>
        </p:spPr>
      </p:pic>
    </p:spTree>
    <p:extLst>
      <p:ext uri="{BB962C8B-B14F-4D97-AF65-F5344CB8AC3E}">
        <p14:creationId xmlns:p14="http://schemas.microsoft.com/office/powerpoint/2010/main" val="2781551476"/>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Software </a:t>
            </a:r>
            <a:r>
              <a:rPr lang="en-US" dirty="0" smtClean="0"/>
              <a:t>Design</a:t>
            </a:r>
            <a:r>
              <a:rPr lang="en-US" dirty="0" smtClean="0"/>
              <a:t/>
            </a:r>
            <a:br>
              <a:rPr lang="en-US" dirty="0" smtClean="0"/>
            </a:br>
            <a:r>
              <a:rPr lang="en-US" sz="2400" dirty="0" smtClean="0"/>
              <a:t>Flow chart</a:t>
            </a:r>
            <a:endParaRPr lang="en-US" dirty="0"/>
          </a:p>
        </p:txBody>
      </p:sp>
      <p:sp>
        <p:nvSpPr>
          <p:cNvPr id="5" name="Text Placeholder 4"/>
          <p:cNvSpPr>
            <a:spLocks noGrp="1"/>
          </p:cNvSpPr>
          <p:nvPr>
            <p:ph type="body" sz="half" idx="2"/>
          </p:nvPr>
        </p:nvSpPr>
        <p:spPr/>
        <p:txBody>
          <a:bodyPr/>
          <a:lstStyle/>
          <a:p>
            <a:r>
              <a:rPr lang="en-US" dirty="0"/>
              <a:t>The PID controls the PWM of the thrusters according to the IMU readings compared to the set point fed to the microcontroller. The PID parameters are tuned using Zeigler-Nicholas method, and a Kp = 10.15, Ki = 20.19, and Kd = </a:t>
            </a:r>
            <a:r>
              <a:rPr lang="en-US" dirty="0" smtClean="0"/>
              <a:t>0.446 </a:t>
            </a:r>
            <a:r>
              <a:rPr lang="en-US" dirty="0"/>
              <a:t>are obtained. </a:t>
            </a:r>
          </a:p>
        </p:txBody>
      </p:sp>
      <p:pic>
        <p:nvPicPr>
          <p:cNvPr id="7" name="Picture 6" descr="D:\(C)\Engineering\6.Senior 1\Semester 8\Design of MCT (2)\Code\Flow Chart - Autonomous.jpg"/>
          <p:cNvPicPr/>
          <p:nvPr/>
        </p:nvPicPr>
        <p:blipFill>
          <a:blip r:embed="rId2">
            <a:extLst>
              <a:ext uri="{28A0092B-C50C-407E-A947-70E740481C1C}">
                <a14:useLocalDpi xmlns:a14="http://schemas.microsoft.com/office/drawing/2010/main" val="0"/>
              </a:ext>
            </a:extLst>
          </a:blip>
          <a:srcRect/>
          <a:stretch>
            <a:fillRect/>
          </a:stretch>
        </p:blipFill>
        <p:spPr bwMode="auto">
          <a:xfrm>
            <a:off x="5074920" y="629920"/>
            <a:ext cx="6670040" cy="5323840"/>
          </a:xfrm>
          <a:prstGeom prst="rect">
            <a:avLst/>
          </a:prstGeom>
          <a:noFill/>
          <a:ln>
            <a:noFill/>
          </a:ln>
        </p:spPr>
      </p:pic>
    </p:spTree>
    <p:extLst>
      <p:ext uri="{BB962C8B-B14F-4D97-AF65-F5344CB8AC3E}">
        <p14:creationId xmlns:p14="http://schemas.microsoft.com/office/powerpoint/2010/main" val="1844777951"/>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Project Plan</a:t>
            </a:r>
            <a:endParaRPr lang="en-US" dirty="0"/>
          </a:p>
        </p:txBody>
      </p:sp>
      <p:sp>
        <p:nvSpPr>
          <p:cNvPr id="4" name="Text Placeholder 3"/>
          <p:cNvSpPr>
            <a:spLocks noGrp="1"/>
          </p:cNvSpPr>
          <p:nvPr>
            <p:ph type="body" sz="half" idx="2"/>
          </p:nvPr>
        </p:nvSpPr>
        <p:spPr/>
        <p:txBody>
          <a:bodyPr/>
          <a:lstStyle/>
          <a:p>
            <a:r>
              <a:rPr lang="en-US" dirty="0"/>
              <a:t>We’ve followed the VDI 2206 standard which describes the logical sequence of important sub steps in the development of a mechatronic system.</a:t>
            </a:r>
          </a:p>
          <a:p>
            <a:endParaRPr lang="en-US" dirty="0"/>
          </a:p>
        </p:txBody>
      </p:sp>
      <p:pic>
        <p:nvPicPr>
          <p:cNvPr id="6" name="Picture 5"/>
          <p:cNvPicPr/>
          <p:nvPr/>
        </p:nvPicPr>
        <p:blipFill rotWithShape="1">
          <a:blip r:embed="rId2"/>
          <a:srcRect l="1142" r="499" b="939"/>
          <a:stretch/>
        </p:blipFill>
        <p:spPr bwMode="auto">
          <a:xfrm>
            <a:off x="6229350" y="809942"/>
            <a:ext cx="5078730" cy="5225098"/>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645942618"/>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142242"/>
            <a:ext cx="3931920" cy="650240"/>
          </a:xfrm>
        </p:spPr>
        <p:txBody>
          <a:bodyPr/>
          <a:lstStyle/>
          <a:p>
            <a:r>
              <a:rPr lang="en-US" sz="3200" dirty="0" smtClean="0"/>
              <a:t>Project Timeline</a:t>
            </a:r>
            <a:endParaRPr lang="en-US" sz="3200" dirty="0"/>
          </a:p>
        </p:txBody>
      </p:sp>
      <p:pic>
        <p:nvPicPr>
          <p:cNvPr id="6" name="Picture 5"/>
          <p:cNvPicPr>
            <a:picLocks noChangeAspect="1"/>
          </p:cNvPicPr>
          <p:nvPr/>
        </p:nvPicPr>
        <p:blipFill>
          <a:blip r:embed="rId2"/>
          <a:stretch>
            <a:fillRect/>
          </a:stretch>
        </p:blipFill>
        <p:spPr>
          <a:xfrm>
            <a:off x="304800" y="914401"/>
            <a:ext cx="11572240" cy="2418079"/>
          </a:xfrm>
          <a:prstGeom prst="rect">
            <a:avLst/>
          </a:prstGeom>
        </p:spPr>
      </p:pic>
      <p:sp>
        <p:nvSpPr>
          <p:cNvPr id="7" name="Title 1"/>
          <p:cNvSpPr txBox="1">
            <a:spLocks/>
          </p:cNvSpPr>
          <p:nvPr/>
        </p:nvSpPr>
        <p:spPr>
          <a:xfrm>
            <a:off x="386080" y="3129280"/>
            <a:ext cx="7437120" cy="650240"/>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4000" b="0" kern="1200">
                <a:solidFill>
                  <a:schemeClr val="tx1"/>
                </a:solidFill>
                <a:latin typeface="+mj-lt"/>
                <a:ea typeface="+mj-ea"/>
                <a:cs typeface="+mj-cs"/>
              </a:defRPr>
            </a:lvl1pPr>
          </a:lstStyle>
          <a:p>
            <a:r>
              <a:rPr lang="en-US" sz="3200" dirty="0" smtClean="0"/>
              <a:t>Manufacturing Timeline</a:t>
            </a:r>
            <a:endParaRPr lang="en-US" sz="3200" dirty="0"/>
          </a:p>
        </p:txBody>
      </p:sp>
      <p:pic>
        <p:nvPicPr>
          <p:cNvPr id="8" name="Picture 7"/>
          <p:cNvPicPr>
            <a:picLocks noChangeAspect="1"/>
          </p:cNvPicPr>
          <p:nvPr/>
        </p:nvPicPr>
        <p:blipFill rotWithShape="1">
          <a:blip r:embed="rId3"/>
          <a:srcRect t="7610"/>
          <a:stretch/>
        </p:blipFill>
        <p:spPr>
          <a:xfrm>
            <a:off x="304800" y="3779520"/>
            <a:ext cx="11572240" cy="2804160"/>
          </a:xfrm>
          <a:prstGeom prst="rect">
            <a:avLst/>
          </a:prstGeom>
        </p:spPr>
      </p:pic>
    </p:spTree>
    <p:extLst>
      <p:ext uri="{BB962C8B-B14F-4D97-AF65-F5344CB8AC3E}">
        <p14:creationId xmlns:p14="http://schemas.microsoft.com/office/powerpoint/2010/main" val="4253710321"/>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0200" y="375920"/>
            <a:ext cx="3931920" cy="680720"/>
          </a:xfrm>
        </p:spPr>
        <p:txBody>
          <a:bodyPr/>
          <a:lstStyle/>
          <a:p>
            <a:r>
              <a:rPr lang="en-US" dirty="0" smtClean="0"/>
              <a:t>Integration Plan</a:t>
            </a:r>
            <a:endParaRPr lang="en-US" dirty="0"/>
          </a:p>
        </p:txBody>
      </p:sp>
      <p:sp>
        <p:nvSpPr>
          <p:cNvPr id="4" name="Text Placeholder 3"/>
          <p:cNvSpPr>
            <a:spLocks noGrp="1"/>
          </p:cNvSpPr>
          <p:nvPr>
            <p:ph type="body" sz="half" idx="2"/>
          </p:nvPr>
        </p:nvSpPr>
        <p:spPr>
          <a:xfrm>
            <a:off x="634161" y="1056640"/>
            <a:ext cx="10300931" cy="2167955"/>
          </a:xfrm>
        </p:spPr>
        <p:txBody>
          <a:bodyPr>
            <a:normAutofit fontScale="77500" lnSpcReduction="20000"/>
          </a:bodyPr>
          <a:lstStyle/>
          <a:p>
            <a:r>
              <a:rPr lang="en-US" b="1" cap="all" dirty="0" smtClean="0"/>
              <a:t>Components Integration</a:t>
            </a:r>
          </a:p>
          <a:p>
            <a:r>
              <a:rPr lang="en-US" dirty="0" smtClean="0"/>
              <a:t>A </a:t>
            </a:r>
            <a:r>
              <a:rPr lang="en-US" dirty="0"/>
              <a:t>standalone circuit for the ATmega328 is made and manufactured from scratch</a:t>
            </a:r>
            <a:r>
              <a:rPr lang="en-US" dirty="0" smtClean="0"/>
              <a:t>.</a:t>
            </a:r>
          </a:p>
          <a:p>
            <a:r>
              <a:rPr lang="en-US" dirty="0" smtClean="0"/>
              <a:t> </a:t>
            </a:r>
            <a:r>
              <a:rPr lang="en-US" b="1" cap="all" dirty="0" smtClean="0"/>
              <a:t>Modular </a:t>
            </a:r>
            <a:r>
              <a:rPr lang="en-US" b="1" cap="all" dirty="0"/>
              <a:t>Integration</a:t>
            </a:r>
          </a:p>
          <a:p>
            <a:r>
              <a:rPr lang="en-US" dirty="0"/>
              <a:t>Motor driver module, buck converter modules, AC to DC converter, alongside with the water sensor, ultrasonic, and IMU modules are integrated together with the microcontroller performing the whole circuit fully functioning while creating the suitable algorithm for the system control</a:t>
            </a:r>
            <a:r>
              <a:rPr lang="en-US" dirty="0" smtClean="0"/>
              <a:t>.</a:t>
            </a:r>
            <a:endParaRPr lang="en-US" dirty="0"/>
          </a:p>
          <a:p>
            <a:r>
              <a:rPr lang="en-US" b="1" cap="all" dirty="0" smtClean="0"/>
              <a:t>Spatial </a:t>
            </a:r>
            <a:r>
              <a:rPr lang="en-US" b="1" cap="all" dirty="0"/>
              <a:t>Integration</a:t>
            </a:r>
          </a:p>
          <a:p>
            <a:r>
              <a:rPr lang="en-US" dirty="0"/>
              <a:t>Mechanical and electrical systems are integrated together forming a fully functioning </a:t>
            </a:r>
            <a:r>
              <a:rPr lang="en-US" dirty="0" smtClean="0"/>
              <a:t>system. </a:t>
            </a:r>
            <a:r>
              <a:rPr lang="en-US" dirty="0"/>
              <a:t>Cables inside the control unit and the inside the vehicle is managed properly.</a:t>
            </a:r>
          </a:p>
        </p:txBody>
      </p:sp>
      <p:pic>
        <p:nvPicPr>
          <p:cNvPr id="5" name="Picture 4"/>
          <p:cNvPicPr>
            <a:picLocks noChangeAspect="1"/>
          </p:cNvPicPr>
          <p:nvPr/>
        </p:nvPicPr>
        <p:blipFill>
          <a:blip r:embed="rId2"/>
          <a:stretch>
            <a:fillRect/>
          </a:stretch>
        </p:blipFill>
        <p:spPr>
          <a:xfrm>
            <a:off x="330200" y="3224595"/>
            <a:ext cx="11509866" cy="2743200"/>
          </a:xfrm>
          <a:prstGeom prst="rect">
            <a:avLst/>
          </a:prstGeom>
        </p:spPr>
      </p:pic>
    </p:spTree>
    <p:extLst>
      <p:ext uri="{BB962C8B-B14F-4D97-AF65-F5344CB8AC3E}">
        <p14:creationId xmlns:p14="http://schemas.microsoft.com/office/powerpoint/2010/main" val="682429239"/>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0003" y="745795"/>
            <a:ext cx="3931920" cy="587290"/>
          </a:xfrm>
        </p:spPr>
        <p:txBody>
          <a:bodyPr/>
          <a:lstStyle/>
          <a:p>
            <a:r>
              <a:rPr lang="en-US" sz="3200" dirty="0" smtClean="0"/>
              <a:t>Testing Plan</a:t>
            </a:r>
            <a:endParaRPr lang="en-US" sz="3200" dirty="0"/>
          </a:p>
        </p:txBody>
      </p:sp>
      <p:sp>
        <p:nvSpPr>
          <p:cNvPr id="4" name="Text Placeholder 3"/>
          <p:cNvSpPr>
            <a:spLocks noGrp="1"/>
          </p:cNvSpPr>
          <p:nvPr>
            <p:ph type="body" sz="half" idx="2"/>
          </p:nvPr>
        </p:nvSpPr>
        <p:spPr>
          <a:xfrm>
            <a:off x="370003" y="1469904"/>
            <a:ext cx="11470063" cy="1944750"/>
          </a:xfrm>
        </p:spPr>
        <p:txBody>
          <a:bodyPr>
            <a:normAutofit lnSpcReduction="10000"/>
          </a:bodyPr>
          <a:lstStyle/>
          <a:p>
            <a:r>
              <a:rPr lang="en-US" b="1" cap="all" dirty="0"/>
              <a:t>System Verification</a:t>
            </a:r>
          </a:p>
          <a:p>
            <a:r>
              <a:rPr lang="en-US" dirty="0"/>
              <a:t>Thrusters, ultrasonic, water sensor, and filter pump responded correctly to the microcontroller signals and robot operated as expected. IMU had some issues concerning its calibration and noisy signals, but that is overcame using a Kalman filter.</a:t>
            </a:r>
          </a:p>
          <a:p>
            <a:r>
              <a:rPr lang="en-US" b="1" cap="all" dirty="0"/>
              <a:t>System Validation</a:t>
            </a:r>
          </a:p>
          <a:p>
            <a:r>
              <a:rPr lang="en-US" dirty="0"/>
              <a:t>Robot functioned as good as a prototype would function to prove the concept of a whole newly idea. Robot cleaned an area of about 2m</a:t>
            </a:r>
            <a:r>
              <a:rPr lang="en-US" baseline="30000" dirty="0"/>
              <a:t>2 </a:t>
            </a:r>
            <a:r>
              <a:rPr lang="en-US" dirty="0"/>
              <a:t>in less than 30 seconds.</a:t>
            </a:r>
          </a:p>
        </p:txBody>
      </p:sp>
      <p:pic>
        <p:nvPicPr>
          <p:cNvPr id="5" name="Picture 4"/>
          <p:cNvPicPr>
            <a:picLocks noChangeAspect="1"/>
          </p:cNvPicPr>
          <p:nvPr/>
        </p:nvPicPr>
        <p:blipFill>
          <a:blip r:embed="rId2"/>
          <a:stretch>
            <a:fillRect/>
          </a:stretch>
        </p:blipFill>
        <p:spPr>
          <a:xfrm>
            <a:off x="285161" y="3474940"/>
            <a:ext cx="11554905" cy="2095500"/>
          </a:xfrm>
          <a:prstGeom prst="rect">
            <a:avLst/>
          </a:prstGeom>
        </p:spPr>
      </p:pic>
    </p:spTree>
    <p:extLst>
      <p:ext uri="{BB962C8B-B14F-4D97-AF65-F5344CB8AC3E}">
        <p14:creationId xmlns:p14="http://schemas.microsoft.com/office/powerpoint/2010/main" val="1515976957"/>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98863" y="1393372"/>
            <a:ext cx="4213860" cy="666204"/>
          </a:xfrm>
        </p:spPr>
        <p:txBody>
          <a:bodyPr/>
          <a:lstStyle/>
          <a:p>
            <a:r>
              <a:rPr lang="en-US" dirty="0" smtClean="0"/>
              <a:t>Estimated Budget</a:t>
            </a:r>
            <a:endParaRPr lang="en-US" dirty="0"/>
          </a:p>
        </p:txBody>
      </p:sp>
      <p:sp>
        <p:nvSpPr>
          <p:cNvPr id="8" name="Text Placeholder 7"/>
          <p:cNvSpPr>
            <a:spLocks noGrp="1"/>
          </p:cNvSpPr>
          <p:nvPr>
            <p:ph type="body" sz="half" idx="2"/>
          </p:nvPr>
        </p:nvSpPr>
        <p:spPr>
          <a:xfrm>
            <a:off x="698863" y="2120538"/>
            <a:ext cx="3931920" cy="3017520"/>
          </a:xfrm>
        </p:spPr>
        <p:txBody>
          <a:bodyPr>
            <a:normAutofit fontScale="85000" lnSpcReduction="20000"/>
          </a:bodyPr>
          <a:lstStyle/>
          <a:p>
            <a:r>
              <a:rPr lang="en-US" dirty="0"/>
              <a:t>A Low Budget criteria is mainly used for this project that resulted in a project that costed around 3000 </a:t>
            </a:r>
            <a:r>
              <a:rPr lang="en-US" dirty="0" smtClean="0"/>
              <a:t>L.E.</a:t>
            </a:r>
          </a:p>
          <a:p>
            <a:r>
              <a:rPr lang="en-US" b="1" dirty="0"/>
              <a:t>Manufacturing</a:t>
            </a:r>
          </a:p>
          <a:p>
            <a:r>
              <a:rPr lang="en-US" dirty="0"/>
              <a:t>W</a:t>
            </a:r>
            <a:r>
              <a:rPr lang="en-US" dirty="0" smtClean="0"/>
              <a:t>e </a:t>
            </a:r>
            <a:r>
              <a:rPr lang="en-US" dirty="0"/>
              <a:t>have used </a:t>
            </a:r>
            <a:r>
              <a:rPr lang="en-US" dirty="0" smtClean="0"/>
              <a:t>3D-printer in manufacturing most of our parts since </a:t>
            </a:r>
            <a:r>
              <a:rPr lang="en-US" dirty="0"/>
              <a:t>it allows the control of each part density and printed most of the parts on our previously </a:t>
            </a:r>
            <a:r>
              <a:rPr lang="en-US" dirty="0" smtClean="0"/>
              <a:t>made 3D-Printer </a:t>
            </a:r>
            <a:r>
              <a:rPr lang="en-US" dirty="0"/>
              <a:t>which allowed us to save about 25% of the cost.</a:t>
            </a:r>
          </a:p>
          <a:p>
            <a:r>
              <a:rPr lang="en-US" b="1" dirty="0"/>
              <a:t>Electrical components</a:t>
            </a:r>
          </a:p>
          <a:p>
            <a:r>
              <a:rPr lang="en-US" dirty="0" smtClean="0"/>
              <a:t>A </a:t>
            </a:r>
            <a:r>
              <a:rPr lang="en-US" dirty="0"/>
              <a:t>second hand </a:t>
            </a:r>
            <a:r>
              <a:rPr lang="en-US" dirty="0" smtClean="0"/>
              <a:t>bilge pump is bought, thus </a:t>
            </a:r>
            <a:r>
              <a:rPr lang="en-US" dirty="0"/>
              <a:t>we saved about 800L.E. 2 dual channel motor drivers tolerating </a:t>
            </a:r>
            <a:r>
              <a:rPr lang="en-US" dirty="0" smtClean="0"/>
              <a:t> </a:t>
            </a:r>
            <a:r>
              <a:rPr lang="en-US" dirty="0"/>
              <a:t>4A each were way cheaper than the available motor driver that tolerated till </a:t>
            </a:r>
            <a:r>
              <a:rPr lang="en-US" dirty="0" smtClean="0"/>
              <a:t>30A.</a:t>
            </a:r>
            <a:endParaRPr lang="en-US" dirty="0"/>
          </a:p>
          <a:p>
            <a:endParaRPr lang="en-US" dirty="0"/>
          </a:p>
        </p:txBody>
      </p:sp>
      <p:pic>
        <p:nvPicPr>
          <p:cNvPr id="4" name="Picture 3"/>
          <p:cNvPicPr>
            <a:picLocks noChangeAspect="1"/>
          </p:cNvPicPr>
          <p:nvPr/>
        </p:nvPicPr>
        <p:blipFill>
          <a:blip r:embed="rId2"/>
          <a:stretch>
            <a:fillRect/>
          </a:stretch>
        </p:blipFill>
        <p:spPr>
          <a:xfrm>
            <a:off x="5532256" y="278538"/>
            <a:ext cx="6143625" cy="6287725"/>
          </a:xfrm>
          <a:prstGeom prst="rect">
            <a:avLst/>
          </a:prstGeom>
        </p:spPr>
      </p:pic>
    </p:spTree>
    <p:extLst>
      <p:ext uri="{BB962C8B-B14F-4D97-AF65-F5344CB8AC3E}">
        <p14:creationId xmlns:p14="http://schemas.microsoft.com/office/powerpoint/2010/main" val="2063489669"/>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0748" y="2664823"/>
            <a:ext cx="9875520" cy="1356360"/>
          </a:xfrm>
        </p:spPr>
        <p:txBody>
          <a:bodyPr>
            <a:noAutofit/>
          </a:bodyPr>
          <a:lstStyle/>
          <a:p>
            <a:pPr algn="ctr"/>
            <a:r>
              <a:rPr lang="en-US" sz="9600" dirty="0" smtClean="0"/>
              <a:t>Thank you</a:t>
            </a:r>
            <a:endParaRPr lang="en-US" sz="9600" dirty="0"/>
          </a:p>
        </p:txBody>
      </p:sp>
    </p:spTree>
    <p:extLst>
      <p:ext uri="{BB962C8B-B14F-4D97-AF65-F5344CB8AC3E}">
        <p14:creationId xmlns:p14="http://schemas.microsoft.com/office/powerpoint/2010/main" val="728875039"/>
      </p:ext>
    </p:extLst>
  </p:cSld>
  <p:clrMapOvr>
    <a:masterClrMapping/>
  </p:clrMapOvr>
  <p:timing>
    <p:tnLst>
      <p:par>
        <p:cTn id="1" dur="indefinite" restart="never" nodeType="tmRoot"/>
      </p:par>
    </p:tnLst>
  </p:timing>
</p:sld>
</file>

<file path=ppt/theme/theme1.xml><?xml version="1.0" encoding="utf-8"?>
<a:theme xmlns:a="http://schemas.openxmlformats.org/drawingml/2006/main" name="Basis">
  <a:themeElements>
    <a:clrScheme name="Green">
      <a:dk1>
        <a:sysClr val="windowText" lastClr="000000"/>
      </a:dk1>
      <a:lt1>
        <a:sysClr val="window" lastClr="FFFFFF"/>
      </a:lt1>
      <a:dk2>
        <a:srgbClr val="455F51"/>
      </a:dk2>
      <a:lt2>
        <a:srgbClr val="E3DED1"/>
      </a:lt2>
      <a:accent1>
        <a:srgbClr val="549E39"/>
      </a:accent1>
      <a:accent2>
        <a:srgbClr val="8AB833"/>
      </a:accent2>
      <a:accent3>
        <a:srgbClr val="C0CF3A"/>
      </a:accent3>
      <a:accent4>
        <a:srgbClr val="029676"/>
      </a:accent4>
      <a:accent5>
        <a:srgbClr val="4AB5C4"/>
      </a:accent5>
      <a:accent6>
        <a:srgbClr val="0989B1"/>
      </a:accent6>
      <a:hlink>
        <a:srgbClr val="6B9F25"/>
      </a:hlink>
      <a:folHlink>
        <a:srgbClr val="BA6906"/>
      </a:folHlink>
    </a:clrScheme>
    <a:fontScheme name="Basis">
      <a:majorFont>
        <a:latin typeface="Corbel"/>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Basis">
      <a:fillStyleLst>
        <a:solidFill>
          <a:schemeClr val="phClr"/>
        </a:solidFill>
        <a:solidFill>
          <a:schemeClr val="phClr">
            <a:tint val="55000"/>
            <a:satMod val="130000"/>
          </a:schemeClr>
        </a:solidFill>
        <a:gradFill rotWithShape="1">
          <a:gsLst>
            <a:gs pos="0">
              <a:schemeClr val="phClr"/>
            </a:gs>
            <a:gs pos="90000">
              <a:schemeClr val="phClr">
                <a:shade val="100000"/>
                <a:satMod val="105000"/>
              </a:schemeClr>
            </a:gs>
            <a:gs pos="100000">
              <a:schemeClr val="phClr">
                <a:shade val="80000"/>
                <a:satMod val="120000"/>
              </a:schemeClr>
            </a:gs>
          </a:gsLst>
          <a:path path="circle">
            <a:fillToRect l="100000" t="100000" r="100000" b="100000"/>
          </a:path>
        </a:gradFill>
      </a:fillStyleLst>
      <a:lnStyleLst>
        <a:ln w="10000" cap="flat" cmpd="sng" algn="ctr">
          <a:solidFill>
            <a:schemeClr val="phClr"/>
          </a:solidFill>
          <a:prstDash val="solid"/>
        </a:ln>
        <a:ln w="19050" cap="flat" cmpd="sng" algn="ctr">
          <a:solidFill>
            <a:schemeClr val="phClr"/>
          </a:solidFill>
          <a:prstDash val="solid"/>
        </a:ln>
        <a:ln w="53975" cap="flat" cmpd="dbl"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38100" dist="25400" dir="5400000" rotWithShape="0">
              <a:srgbClr val="000000">
                <a:alpha val="45000"/>
              </a:srgbClr>
            </a:outerShdw>
          </a:effectLst>
          <a:scene3d>
            <a:camera prst="orthographicFront">
              <a:rot lat="0" lon="0" rev="0"/>
            </a:camera>
            <a:lightRig rig="brightRoom" dir="t"/>
          </a:scene3d>
          <a:sp3d extrusionH="12700" contourW="25400" prstMaterial="flat">
            <a:bevelT w="63500" h="152400" prst="angle"/>
            <a:contourClr>
              <a:schemeClr val="phClr">
                <a:shade val="27000"/>
                <a:satMod val="120000"/>
              </a:schemeClr>
            </a:contourClr>
          </a:sp3d>
        </a:effectStyle>
      </a:effectStyleLst>
      <a:bgFillStyleLst>
        <a:solidFill>
          <a:schemeClr val="phClr"/>
        </a:solidFill>
        <a:solidFill>
          <a:schemeClr val="phClr">
            <a:tint val="95000"/>
            <a:shade val="95000"/>
            <a:satMod val="140000"/>
          </a:schemeClr>
        </a:solidFill>
        <a:solidFill>
          <a:schemeClr val="phClr">
            <a:tint val="90000"/>
            <a:shade val="85000"/>
            <a:satMod val="160000"/>
            <a:lumMod val="110000"/>
          </a:schemeClr>
        </a:solidFill>
      </a:bgFillStyleLst>
    </a:fmtScheme>
  </a:themeElements>
  <a:objectDefaults/>
  <a:extraClrSchemeLst/>
  <a:extLst>
    <a:ext uri="{05A4C25C-085E-4340-85A3-A5531E510DB2}">
      <thm15:themeFamily xmlns:thm15="http://schemas.microsoft.com/office/thememl/2012/main" name="Basis" id="{5665723A-49BA-4B57-8411-A56F8F207965}" vid="{ACC63D00-1EE0-4159-BF5A-6FF02000B710}"/>
    </a:ext>
  </a:extLst>
</a:theme>
</file>

<file path=docProps/app.xml><?xml version="1.0" encoding="utf-8"?>
<Properties xmlns="http://schemas.openxmlformats.org/officeDocument/2006/extended-properties" xmlns:vt="http://schemas.openxmlformats.org/officeDocument/2006/docPropsVTypes">
  <Template>TM03457444[[fn=Basis]]</Template>
  <TotalTime>1421</TotalTime>
  <Words>1189</Words>
  <Application>Microsoft Office PowerPoint</Application>
  <PresentationFormat>Widescreen</PresentationFormat>
  <Paragraphs>112</Paragraphs>
  <Slides>35</Slides>
  <Notes>0</Notes>
  <HiddenSlides>0</HiddenSlides>
  <MMClips>0</MMClips>
  <ScaleCrop>false</ScaleCrop>
  <HeadingPairs>
    <vt:vector size="8" baseType="variant">
      <vt:variant>
        <vt:lpstr>Fonts Used</vt:lpstr>
      </vt:variant>
      <vt:variant>
        <vt:i4>3</vt:i4>
      </vt:variant>
      <vt:variant>
        <vt:lpstr>Theme</vt:lpstr>
      </vt:variant>
      <vt:variant>
        <vt:i4>1</vt:i4>
      </vt:variant>
      <vt:variant>
        <vt:lpstr>Embedded OLE Servers</vt:lpstr>
      </vt:variant>
      <vt:variant>
        <vt:i4>1</vt:i4>
      </vt:variant>
      <vt:variant>
        <vt:lpstr>Slide Titles</vt:lpstr>
      </vt:variant>
      <vt:variant>
        <vt:i4>35</vt:i4>
      </vt:variant>
    </vt:vector>
  </HeadingPairs>
  <TitlesOfParts>
    <vt:vector size="40" baseType="lpstr">
      <vt:lpstr>Arial</vt:lpstr>
      <vt:lpstr>Arial Rounded MT Bold</vt:lpstr>
      <vt:lpstr>Corbel</vt:lpstr>
      <vt:lpstr>Basis</vt:lpstr>
      <vt:lpstr>Microsoft Excel Chart</vt:lpstr>
      <vt:lpstr>PCleaner</vt:lpstr>
      <vt:lpstr>Team Members</vt:lpstr>
      <vt:lpstr>Contents</vt:lpstr>
      <vt:lpstr>Application &amp; User Interface</vt:lpstr>
      <vt:lpstr>Business models </vt:lpstr>
      <vt:lpstr>Lean Canvas  </vt:lpstr>
      <vt:lpstr>Market Research Survey</vt:lpstr>
      <vt:lpstr>Survey Results</vt:lpstr>
      <vt:lpstr>Human-machine interface </vt:lpstr>
      <vt:lpstr>Rendered Image</vt:lpstr>
      <vt:lpstr>Conceptual Design</vt:lpstr>
      <vt:lpstr>Mechanical Design CAD Model </vt:lpstr>
      <vt:lpstr>Mechanical Design CAD Model </vt:lpstr>
      <vt:lpstr>Mechanical Design Filter and thrusters fixation  </vt:lpstr>
      <vt:lpstr>Mechanical Design  Top and bottom fixations </vt:lpstr>
      <vt:lpstr>Mechanical Design  Over all dimension</vt:lpstr>
      <vt:lpstr>Mechanical Design  Stress analysis on chassis and bolts</vt:lpstr>
      <vt:lpstr>Actuator Sizing Hand Calculations</vt:lpstr>
      <vt:lpstr>Actuator Sizing  Simulink (Simscape Model – Velocity Control)</vt:lpstr>
      <vt:lpstr>PowerPoint Presentation</vt:lpstr>
      <vt:lpstr>Simplified Model</vt:lpstr>
      <vt:lpstr>Path Generation</vt:lpstr>
      <vt:lpstr>Path Generation</vt:lpstr>
      <vt:lpstr>Stability</vt:lpstr>
      <vt:lpstr>Electrical Design  SID</vt:lpstr>
      <vt:lpstr> Electrical Design  Wire sizing &amp; Power Sizing</vt:lpstr>
      <vt:lpstr>Safety</vt:lpstr>
      <vt:lpstr>Software Design Concept</vt:lpstr>
      <vt:lpstr>Software Design Flow chart</vt:lpstr>
      <vt:lpstr>Project Plan</vt:lpstr>
      <vt:lpstr>Project Timeline</vt:lpstr>
      <vt:lpstr>Integration Plan</vt:lpstr>
      <vt:lpstr>Testing Plan</vt:lpstr>
      <vt:lpstr>Estimated Budget</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PCleaner</dc:title>
  <dc:creator/>
  <cp:lastModifiedBy/>
  <cp:revision>90</cp:revision>
  <dcterms:created xsi:type="dcterms:W3CDTF">2019-04-13T17:12:32Z</dcterms:created>
  <dcterms:modified xsi:type="dcterms:W3CDTF">2019-05-22T06:10:08Z</dcterms:modified>
</cp:coreProperties>
</file>