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368" y="-90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roch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5" name="Picture 4" descr="aqua-blue-blue-water-1147124.jpg"/>
          <p:cNvPicPr>
            <a:picLocks noChangeAspect="1"/>
          </p:cNvPicPr>
          <p:nvPr/>
        </p:nvPicPr>
        <p:blipFill>
          <a:blip r:embed="rId3" cstate="print"/>
          <a:srcRect r="32549"/>
          <a:stretch>
            <a:fillRect/>
          </a:stretch>
        </p:blipFill>
        <p:spPr>
          <a:xfrm>
            <a:off x="6629400" y="0"/>
            <a:ext cx="32766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34200" y="457200"/>
            <a:ext cx="27462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PCleaner</a:t>
            </a:r>
            <a:endParaRPr lang="en-U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rcRect l="31538" t="22650" r="29231" b="22649"/>
          <a:stretch>
            <a:fillRect/>
          </a:stretch>
        </p:blipFill>
        <p:spPr>
          <a:xfrm>
            <a:off x="6705600" y="1371600"/>
            <a:ext cx="3124200" cy="3048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Oval Callout 7"/>
          <p:cNvSpPr/>
          <p:nvPr/>
        </p:nvSpPr>
        <p:spPr>
          <a:xfrm>
            <a:off x="7010400" y="4724400"/>
            <a:ext cx="2895600" cy="175260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620000" y="5029200"/>
            <a:ext cx="205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Starting at 200$  </a:t>
            </a:r>
            <a:endParaRPr lang="en-US" sz="3600" dirty="0"/>
          </a:p>
        </p:txBody>
      </p:sp>
      <p:sp>
        <p:nvSpPr>
          <p:cNvPr id="10" name="Rectangle 9"/>
          <p:cNvSpPr/>
          <p:nvPr/>
        </p:nvSpPr>
        <p:spPr>
          <a:xfrm>
            <a:off x="3276600" y="0"/>
            <a:ext cx="33528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429000" y="304800"/>
            <a:ext cx="3048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Our </a:t>
            </a:r>
            <a:r>
              <a:rPr lang="en-US" dirty="0" smtClean="0"/>
              <a:t>robot will clean your pool smoothly and easily , with a simple user interface , as simple as pressing just 1 button – on and off -. </a:t>
            </a:r>
          </a:p>
          <a:p>
            <a:r>
              <a:rPr lang="en-US" dirty="0" smtClean="0"/>
              <a:t>It can float over the water’s surface and clean all the environmental  contaminations over it.</a:t>
            </a:r>
          </a:p>
          <a:p>
            <a:r>
              <a:rPr lang="en-US" dirty="0" smtClean="0"/>
              <a:t>With just 1 press of a button. </a:t>
            </a:r>
          </a:p>
          <a:p>
            <a:endParaRPr lang="en-US" dirty="0" smtClean="0"/>
          </a:p>
          <a:p>
            <a:r>
              <a:rPr lang="en-US" dirty="0" smtClean="0"/>
              <a:t>With more attributes to be added : like insecticides , </a:t>
            </a:r>
            <a:r>
              <a:rPr lang="en-US" dirty="0" err="1" smtClean="0"/>
              <a:t>Chlor</a:t>
            </a:r>
            <a:r>
              <a:rPr lang="en-US" dirty="0" smtClean="0"/>
              <a:t> for the water , water </a:t>
            </a:r>
            <a:r>
              <a:rPr lang="en-US" dirty="0" err="1" smtClean="0"/>
              <a:t>temprature</a:t>
            </a:r>
            <a:r>
              <a:rPr lang="en-US" dirty="0" smtClean="0"/>
              <a:t> sensor. 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77</Words>
  <Application>Microsoft Office PowerPoint</Application>
  <PresentationFormat>A4 Paper (210x297 mm)</PresentationFormat>
  <Paragraphs>12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/>
  <cp:revision>5</cp:revision>
  <dcterms:created xsi:type="dcterms:W3CDTF">2006-08-16T00:00:00Z</dcterms:created>
  <dcterms:modified xsi:type="dcterms:W3CDTF">2019-05-22T10:36:41Z</dcterms:modified>
</cp:coreProperties>
</file>