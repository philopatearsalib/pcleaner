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>
    <p:extLst>
      <p:ext uri="{19B8F6BF-5375-455C-9EA6-DF929625EA0E}">
        <p15:presenceInfo xmlns:p15="http://schemas.microsoft.com/office/powerpoint/2012/main" userId="Auth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04-13T20:43:34.437" idx="1">
    <p:pos x="7252" y="674"/>
    <p:text>Animated Video</p:text>
    <p:extLst>
      <p:ext uri="{C676402C-5697-4E1C-873F-D02D1690AC5C}">
        <p15:threadingInfo xmlns:p15="http://schemas.microsoft.com/office/powerpoint/2012/main" timeZoneBias="-120"/>
      </p:ext>
    </p:extLst>
  </p:cm>
</p:cmLst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png"/><Relationship Id="rId1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404A81-216E-493F-B3BF-3B75929EED9E}" type="doc">
      <dgm:prSet loTypeId="urn:microsoft.com/office/officeart/2005/8/layout/bProcess3" loCatId="process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C73B32AC-1BA4-404D-B9BE-9B10E2522E82}">
      <dgm:prSet phldrT="[Text]"/>
      <dgm:spPr/>
      <dgm:t>
        <a:bodyPr/>
        <a:lstStyle/>
        <a:p>
          <a:r>
            <a:rPr lang="en-US" dirty="0" smtClean="0"/>
            <a:t>Available thrusters are just too big for our application</a:t>
          </a:r>
          <a:endParaRPr lang="en-US" dirty="0"/>
        </a:p>
      </dgm:t>
    </dgm:pt>
    <dgm:pt modelId="{850C6131-F46C-463B-ADF6-DDBE4D9E5A0D}" type="parTrans" cxnId="{63149D44-B869-4BF2-A4EE-9679ADBBEDA1}">
      <dgm:prSet/>
      <dgm:spPr/>
      <dgm:t>
        <a:bodyPr/>
        <a:lstStyle/>
        <a:p>
          <a:endParaRPr lang="en-US"/>
        </a:p>
      </dgm:t>
    </dgm:pt>
    <dgm:pt modelId="{B2F2B7FC-7AA5-4D39-B875-CC65423423B9}" type="sibTrans" cxnId="{63149D44-B869-4BF2-A4EE-9679ADBBEDA1}">
      <dgm:prSet/>
      <dgm:spPr/>
      <dgm:t>
        <a:bodyPr/>
        <a:lstStyle/>
        <a:p>
          <a:endParaRPr lang="en-US"/>
        </a:p>
      </dgm:t>
    </dgm:pt>
    <dgm:pt modelId="{AEFA5471-35DE-4B74-A64F-45FCF41D73A9}">
      <dgm:prSet phldrT="[Text]"/>
      <dgm:spPr/>
      <dgm:t>
        <a:bodyPr/>
        <a:lstStyle/>
        <a:p>
          <a:r>
            <a:rPr lang="en-US" dirty="0" smtClean="0"/>
            <a:t>Replacing a centrifugal  pump impeller with a propeller is a solution</a:t>
          </a:r>
          <a:endParaRPr lang="en-US" dirty="0"/>
        </a:p>
      </dgm:t>
    </dgm:pt>
    <dgm:pt modelId="{EEEBE824-0E4E-43C3-A6AF-C1A044E48EB9}" type="parTrans" cxnId="{8FD18847-BFF8-4C51-9597-B4A24CB9CB6A}">
      <dgm:prSet/>
      <dgm:spPr/>
      <dgm:t>
        <a:bodyPr/>
        <a:lstStyle/>
        <a:p>
          <a:endParaRPr lang="en-US"/>
        </a:p>
      </dgm:t>
    </dgm:pt>
    <dgm:pt modelId="{FF470A6E-42D4-4EDA-A6D6-995E16D0A635}" type="sibTrans" cxnId="{8FD18847-BFF8-4C51-9597-B4A24CB9CB6A}">
      <dgm:prSet/>
      <dgm:spPr/>
      <dgm:t>
        <a:bodyPr/>
        <a:lstStyle/>
        <a:p>
          <a:endParaRPr lang="en-US"/>
        </a:p>
      </dgm:t>
    </dgm:pt>
    <dgm:pt modelId="{5F599034-6371-4C71-83DD-AD2B573A1E4F}">
      <dgm:prSet phldrT="[Text]" custT="1"/>
      <dgm:spPr/>
      <dgm:t>
        <a:bodyPr/>
        <a:lstStyle/>
        <a:p>
          <a:r>
            <a:rPr lang="en-US" sz="1700" b="0" dirty="0" smtClean="0"/>
            <a:t>Assuming maximum velocity  = 0.2m/s </a:t>
          </a:r>
          <a:r>
            <a:rPr lang="en-US" sz="1200" b="0" dirty="0" smtClean="0"/>
            <a:t>&lt;  1km/h </a:t>
          </a:r>
          <a:r>
            <a:rPr lang="en-US" sz="1700" b="0" dirty="0" smtClean="0"/>
            <a:t>and drag force  = 0.32N</a:t>
          </a:r>
          <a:endParaRPr lang="en-US" sz="1700" b="0" dirty="0"/>
        </a:p>
      </dgm:t>
    </dgm:pt>
    <dgm:pt modelId="{4C9D274E-DDAA-4B50-8AED-A38763E377CC}" type="parTrans" cxnId="{EF8D0ED8-ECB0-4F2B-863C-B966C54CAC55}">
      <dgm:prSet/>
      <dgm:spPr/>
      <dgm:t>
        <a:bodyPr/>
        <a:lstStyle/>
        <a:p>
          <a:endParaRPr lang="en-US"/>
        </a:p>
      </dgm:t>
    </dgm:pt>
    <dgm:pt modelId="{23CDE49C-0E4B-470A-B1B9-EA9483E34A96}" type="sibTrans" cxnId="{EF8D0ED8-ECB0-4F2B-863C-B966C54CAC55}">
      <dgm:prSet/>
      <dgm:spPr/>
      <dgm:t>
        <a:bodyPr/>
        <a:lstStyle/>
        <a:p>
          <a:endParaRPr lang="en-US"/>
        </a:p>
      </dgm:t>
    </dgm:pt>
    <dgm:pt modelId="{F4B6953E-D7D5-44C3-A58F-8FD47D58F381}">
      <dgm:prSet phldrT="[Text]"/>
      <dgm:spPr/>
      <dgm:t>
        <a:bodyPr/>
        <a:lstStyle/>
        <a:p>
          <a:r>
            <a:rPr lang="en-US" dirty="0" smtClean="0"/>
            <a:t>Suitable pumps required for each thruster of flow rate of 55.5 l/min</a:t>
          </a:r>
          <a:endParaRPr lang="en-US" dirty="0"/>
        </a:p>
      </dgm:t>
    </dgm:pt>
    <dgm:pt modelId="{5E6FE40C-94E8-4840-B665-065BD7E358EA}" type="parTrans" cxnId="{8FB5E78E-9314-4523-8647-C5502DF61B26}">
      <dgm:prSet/>
      <dgm:spPr/>
      <dgm:t>
        <a:bodyPr/>
        <a:lstStyle/>
        <a:p>
          <a:endParaRPr lang="en-US"/>
        </a:p>
      </dgm:t>
    </dgm:pt>
    <dgm:pt modelId="{3CB6F3D4-C5A1-48DB-BADC-814086E0F51C}" type="sibTrans" cxnId="{8FB5E78E-9314-4523-8647-C5502DF61B26}">
      <dgm:prSet/>
      <dgm:spPr/>
      <dgm:t>
        <a:bodyPr/>
        <a:lstStyle/>
        <a:p>
          <a:endParaRPr lang="en-US"/>
        </a:p>
      </dgm:t>
    </dgm:pt>
    <dgm:pt modelId="{E0360F45-D726-4D71-9A27-2B66D19CBF53}">
      <dgm:prSet phldrT="[Text]"/>
      <dgm:spPr/>
      <dgm:t>
        <a:bodyPr/>
        <a:lstStyle/>
        <a:p>
          <a:r>
            <a:rPr lang="en-US" dirty="0" smtClean="0"/>
            <a:t>Suitable pumps available were of flow rate of 63 l/min</a:t>
          </a:r>
          <a:endParaRPr lang="en-US" dirty="0"/>
        </a:p>
      </dgm:t>
    </dgm:pt>
    <dgm:pt modelId="{981705FA-3369-42B0-AC16-4F01C5BBD298}" type="parTrans" cxnId="{A5ED4BF0-AC9D-4ADD-8AB0-EE422A934DC2}">
      <dgm:prSet/>
      <dgm:spPr/>
      <dgm:t>
        <a:bodyPr/>
        <a:lstStyle/>
        <a:p>
          <a:endParaRPr lang="en-US"/>
        </a:p>
      </dgm:t>
    </dgm:pt>
    <dgm:pt modelId="{74EDD30C-E478-4858-BEC3-D5FAD1CDDC17}" type="sibTrans" cxnId="{A5ED4BF0-AC9D-4ADD-8AB0-EE422A934DC2}">
      <dgm:prSet/>
      <dgm:spPr/>
      <dgm:t>
        <a:bodyPr/>
        <a:lstStyle/>
        <a:p>
          <a:endParaRPr lang="en-US"/>
        </a:p>
      </dgm:t>
    </dgm:pt>
    <dgm:pt modelId="{0DBDB664-16A3-498F-9864-40DE45F68E85}">
      <dgm:prSet phldrT="[Text]"/>
      <dgm:spPr/>
      <dgm:t>
        <a:bodyPr/>
        <a:lstStyle/>
        <a:p>
          <a:r>
            <a:rPr lang="en-US" dirty="0" smtClean="0"/>
            <a:t>Those pumps with propellers of about   73 mm, together, provided a thrust of 0.462 N</a:t>
          </a:r>
          <a:endParaRPr lang="en-US" dirty="0"/>
        </a:p>
      </dgm:t>
    </dgm:pt>
    <dgm:pt modelId="{10176D54-DDA2-4026-A1DB-F9249CB75CEB}" type="parTrans" cxnId="{D10D32BD-D9EF-4243-9FCB-EEAF51857D02}">
      <dgm:prSet/>
      <dgm:spPr/>
      <dgm:t>
        <a:bodyPr/>
        <a:lstStyle/>
        <a:p>
          <a:endParaRPr lang="en-US"/>
        </a:p>
      </dgm:t>
    </dgm:pt>
    <dgm:pt modelId="{827BEB1F-E973-422E-99AD-EF18E8EE4CCA}" type="sibTrans" cxnId="{D10D32BD-D9EF-4243-9FCB-EEAF51857D02}">
      <dgm:prSet/>
      <dgm:spPr/>
      <dgm:t>
        <a:bodyPr/>
        <a:lstStyle/>
        <a:p>
          <a:endParaRPr lang="en-US"/>
        </a:p>
      </dgm:t>
    </dgm:pt>
    <dgm:pt modelId="{EE07C26D-274A-4EB7-928B-3F303752E0A1}">
      <dgm:prSet phldrT="[Text]" custT="1"/>
      <dgm:spPr/>
      <dgm:t>
        <a:bodyPr/>
        <a:lstStyle/>
        <a:p>
          <a:r>
            <a:rPr lang="en-US" sz="1700" dirty="0" smtClean="0"/>
            <a:t>Resulted in a theoretical maximum velocity of 0.42 m/s        </a:t>
          </a:r>
          <a:r>
            <a:rPr lang="en-US" sz="1100" dirty="0" smtClean="0"/>
            <a:t>= 1.5 km/h</a:t>
          </a:r>
          <a:endParaRPr lang="en-US" sz="1100" dirty="0"/>
        </a:p>
      </dgm:t>
    </dgm:pt>
    <dgm:pt modelId="{16A29828-3A6F-4F8B-988F-869EFA3EFE4F}" type="parTrans" cxnId="{4935448E-C1A3-4530-92A7-9A2922E27659}">
      <dgm:prSet/>
      <dgm:spPr/>
      <dgm:t>
        <a:bodyPr/>
        <a:lstStyle/>
        <a:p>
          <a:endParaRPr lang="en-US"/>
        </a:p>
      </dgm:t>
    </dgm:pt>
    <dgm:pt modelId="{4035071F-4E97-40EB-BD44-C9480EE616B1}" type="sibTrans" cxnId="{4935448E-C1A3-4530-92A7-9A2922E27659}">
      <dgm:prSet/>
      <dgm:spPr/>
      <dgm:t>
        <a:bodyPr/>
        <a:lstStyle/>
        <a:p>
          <a:endParaRPr lang="en-US"/>
        </a:p>
      </dgm:t>
    </dgm:pt>
    <dgm:pt modelId="{8FE14A33-67DB-4104-87A4-B9A93B605472}" type="pres">
      <dgm:prSet presAssocID="{F5404A81-216E-493F-B3BF-3B75929EED9E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58B674F-976D-41E6-BB58-B82F6CD118BB}" type="pres">
      <dgm:prSet presAssocID="{C73B32AC-1BA4-404D-B9BE-9B10E2522E82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0E07152-40FF-4A93-B422-E7AF6BFC4CD8}" type="pres">
      <dgm:prSet presAssocID="{B2F2B7FC-7AA5-4D39-B875-CC65423423B9}" presName="sibTrans" presStyleLbl="sibTrans1D1" presStyleIdx="0" presStyleCnt="6"/>
      <dgm:spPr/>
      <dgm:t>
        <a:bodyPr/>
        <a:lstStyle/>
        <a:p>
          <a:endParaRPr lang="en-US"/>
        </a:p>
      </dgm:t>
    </dgm:pt>
    <dgm:pt modelId="{B9A28786-A542-4AE4-97BA-9DB00722CB21}" type="pres">
      <dgm:prSet presAssocID="{B2F2B7FC-7AA5-4D39-B875-CC65423423B9}" presName="connectorText" presStyleLbl="sibTrans1D1" presStyleIdx="0" presStyleCnt="6"/>
      <dgm:spPr/>
      <dgm:t>
        <a:bodyPr/>
        <a:lstStyle/>
        <a:p>
          <a:endParaRPr lang="en-US"/>
        </a:p>
      </dgm:t>
    </dgm:pt>
    <dgm:pt modelId="{ED8EB659-FC3E-4883-89B2-C2D5501871D2}" type="pres">
      <dgm:prSet presAssocID="{AEFA5471-35DE-4B74-A64F-45FCF41D73A9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BA9AB4-4C25-4DBF-8839-2CABD95447CD}" type="pres">
      <dgm:prSet presAssocID="{FF470A6E-42D4-4EDA-A6D6-995E16D0A635}" presName="sibTrans" presStyleLbl="sibTrans1D1" presStyleIdx="1" presStyleCnt="6"/>
      <dgm:spPr/>
      <dgm:t>
        <a:bodyPr/>
        <a:lstStyle/>
        <a:p>
          <a:endParaRPr lang="en-US"/>
        </a:p>
      </dgm:t>
    </dgm:pt>
    <dgm:pt modelId="{ED4C0976-DB1D-41BB-84FB-C9FB225113AA}" type="pres">
      <dgm:prSet presAssocID="{FF470A6E-42D4-4EDA-A6D6-995E16D0A635}" presName="connectorText" presStyleLbl="sibTrans1D1" presStyleIdx="1" presStyleCnt="6"/>
      <dgm:spPr/>
      <dgm:t>
        <a:bodyPr/>
        <a:lstStyle/>
        <a:p>
          <a:endParaRPr lang="en-US"/>
        </a:p>
      </dgm:t>
    </dgm:pt>
    <dgm:pt modelId="{7EB0C9AB-6ABE-4217-8EBD-4CDAB6A1F135}" type="pres">
      <dgm:prSet presAssocID="{5F599034-6371-4C71-83DD-AD2B573A1E4F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95D6B5-C24B-4689-B96D-84F7A86C1EF3}" type="pres">
      <dgm:prSet presAssocID="{23CDE49C-0E4B-470A-B1B9-EA9483E34A96}" presName="sibTrans" presStyleLbl="sibTrans1D1" presStyleIdx="2" presStyleCnt="6"/>
      <dgm:spPr/>
      <dgm:t>
        <a:bodyPr/>
        <a:lstStyle/>
        <a:p>
          <a:endParaRPr lang="en-US"/>
        </a:p>
      </dgm:t>
    </dgm:pt>
    <dgm:pt modelId="{7E1AA2AB-6B65-4BC0-8FDA-48869534F9CE}" type="pres">
      <dgm:prSet presAssocID="{23CDE49C-0E4B-470A-B1B9-EA9483E34A96}" presName="connectorText" presStyleLbl="sibTrans1D1" presStyleIdx="2" presStyleCnt="6"/>
      <dgm:spPr/>
      <dgm:t>
        <a:bodyPr/>
        <a:lstStyle/>
        <a:p>
          <a:endParaRPr lang="en-US"/>
        </a:p>
      </dgm:t>
    </dgm:pt>
    <dgm:pt modelId="{38890907-CB51-49BF-A2AB-CCD5C4E4AFB8}" type="pres">
      <dgm:prSet presAssocID="{F4B6953E-D7D5-44C3-A58F-8FD47D58F381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D749A7-894E-4AB6-8D4D-82F4023CAB65}" type="pres">
      <dgm:prSet presAssocID="{3CB6F3D4-C5A1-48DB-BADC-814086E0F51C}" presName="sibTrans" presStyleLbl="sibTrans1D1" presStyleIdx="3" presStyleCnt="6"/>
      <dgm:spPr/>
      <dgm:t>
        <a:bodyPr/>
        <a:lstStyle/>
        <a:p>
          <a:endParaRPr lang="en-US"/>
        </a:p>
      </dgm:t>
    </dgm:pt>
    <dgm:pt modelId="{FC9F54B4-95CE-4183-BD96-8F1D6A42E77D}" type="pres">
      <dgm:prSet presAssocID="{3CB6F3D4-C5A1-48DB-BADC-814086E0F51C}" presName="connectorText" presStyleLbl="sibTrans1D1" presStyleIdx="3" presStyleCnt="6"/>
      <dgm:spPr/>
      <dgm:t>
        <a:bodyPr/>
        <a:lstStyle/>
        <a:p>
          <a:endParaRPr lang="en-US"/>
        </a:p>
      </dgm:t>
    </dgm:pt>
    <dgm:pt modelId="{D81E48F3-322B-4F4B-B895-B380266AC6D5}" type="pres">
      <dgm:prSet presAssocID="{E0360F45-D726-4D71-9A27-2B66D19CBF53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7095042-A1C1-4589-9CE3-637B77BB8275}" type="pres">
      <dgm:prSet presAssocID="{74EDD30C-E478-4858-BEC3-D5FAD1CDDC17}" presName="sibTrans" presStyleLbl="sibTrans1D1" presStyleIdx="4" presStyleCnt="6"/>
      <dgm:spPr/>
      <dgm:t>
        <a:bodyPr/>
        <a:lstStyle/>
        <a:p>
          <a:endParaRPr lang="en-US"/>
        </a:p>
      </dgm:t>
    </dgm:pt>
    <dgm:pt modelId="{49ABC56C-26CC-4962-8A79-E36926F8772B}" type="pres">
      <dgm:prSet presAssocID="{74EDD30C-E478-4858-BEC3-D5FAD1CDDC17}" presName="connectorText" presStyleLbl="sibTrans1D1" presStyleIdx="4" presStyleCnt="6"/>
      <dgm:spPr/>
      <dgm:t>
        <a:bodyPr/>
        <a:lstStyle/>
        <a:p>
          <a:endParaRPr lang="en-US"/>
        </a:p>
      </dgm:t>
    </dgm:pt>
    <dgm:pt modelId="{17FD4147-ADC4-45A4-91A2-21576BDA2252}" type="pres">
      <dgm:prSet presAssocID="{0DBDB664-16A3-498F-9864-40DE45F68E85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AC03D25-7856-419F-B457-F150F048A9C1}" type="pres">
      <dgm:prSet presAssocID="{827BEB1F-E973-422E-99AD-EF18E8EE4CCA}" presName="sibTrans" presStyleLbl="sibTrans1D1" presStyleIdx="5" presStyleCnt="6"/>
      <dgm:spPr/>
      <dgm:t>
        <a:bodyPr/>
        <a:lstStyle/>
        <a:p>
          <a:endParaRPr lang="en-US"/>
        </a:p>
      </dgm:t>
    </dgm:pt>
    <dgm:pt modelId="{4334E77F-2A5D-491A-8943-A0021070666D}" type="pres">
      <dgm:prSet presAssocID="{827BEB1F-E973-422E-99AD-EF18E8EE4CCA}" presName="connectorText" presStyleLbl="sibTrans1D1" presStyleIdx="5" presStyleCnt="6"/>
      <dgm:spPr/>
      <dgm:t>
        <a:bodyPr/>
        <a:lstStyle/>
        <a:p>
          <a:endParaRPr lang="en-US"/>
        </a:p>
      </dgm:t>
    </dgm:pt>
    <dgm:pt modelId="{FA18EA03-D9EE-4002-BEC3-4FDBF8D2A795}" type="pres">
      <dgm:prSet presAssocID="{EE07C26D-274A-4EB7-928B-3F303752E0A1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92D1663-20FC-4A67-B675-6D50CF3C2E75}" type="presOf" srcId="{B2F2B7FC-7AA5-4D39-B875-CC65423423B9}" destId="{B9A28786-A542-4AE4-97BA-9DB00722CB21}" srcOrd="1" destOrd="0" presId="urn:microsoft.com/office/officeart/2005/8/layout/bProcess3"/>
    <dgm:cxn modelId="{EF8D0ED8-ECB0-4F2B-863C-B966C54CAC55}" srcId="{F5404A81-216E-493F-B3BF-3B75929EED9E}" destId="{5F599034-6371-4C71-83DD-AD2B573A1E4F}" srcOrd="2" destOrd="0" parTransId="{4C9D274E-DDAA-4B50-8AED-A38763E377CC}" sibTransId="{23CDE49C-0E4B-470A-B1B9-EA9483E34A96}"/>
    <dgm:cxn modelId="{3A9E957A-388B-4CCE-9E47-1F56A915C625}" type="presOf" srcId="{74EDD30C-E478-4858-BEC3-D5FAD1CDDC17}" destId="{27095042-A1C1-4589-9CE3-637B77BB8275}" srcOrd="0" destOrd="0" presId="urn:microsoft.com/office/officeart/2005/8/layout/bProcess3"/>
    <dgm:cxn modelId="{C5EB8A4C-FB8A-4A6B-9D56-740C794DDF66}" type="presOf" srcId="{5F599034-6371-4C71-83DD-AD2B573A1E4F}" destId="{7EB0C9AB-6ABE-4217-8EBD-4CDAB6A1F135}" srcOrd="0" destOrd="0" presId="urn:microsoft.com/office/officeart/2005/8/layout/bProcess3"/>
    <dgm:cxn modelId="{8FB5E78E-9314-4523-8647-C5502DF61B26}" srcId="{F5404A81-216E-493F-B3BF-3B75929EED9E}" destId="{F4B6953E-D7D5-44C3-A58F-8FD47D58F381}" srcOrd="3" destOrd="0" parTransId="{5E6FE40C-94E8-4840-B665-065BD7E358EA}" sibTransId="{3CB6F3D4-C5A1-48DB-BADC-814086E0F51C}"/>
    <dgm:cxn modelId="{8D4EF7B3-D398-45CC-B2B2-B1CC50328DD6}" type="presOf" srcId="{23CDE49C-0E4B-470A-B1B9-EA9483E34A96}" destId="{AE95D6B5-C24B-4689-B96D-84F7A86C1EF3}" srcOrd="0" destOrd="0" presId="urn:microsoft.com/office/officeart/2005/8/layout/bProcess3"/>
    <dgm:cxn modelId="{77659D4C-5E75-43BB-8279-E253799E05AE}" type="presOf" srcId="{827BEB1F-E973-422E-99AD-EF18E8EE4CCA}" destId="{4334E77F-2A5D-491A-8943-A0021070666D}" srcOrd="1" destOrd="0" presId="urn:microsoft.com/office/officeart/2005/8/layout/bProcess3"/>
    <dgm:cxn modelId="{442467EB-DDF3-47B2-BC32-610A581481C0}" type="presOf" srcId="{827BEB1F-E973-422E-99AD-EF18E8EE4CCA}" destId="{EAC03D25-7856-419F-B457-F150F048A9C1}" srcOrd="0" destOrd="0" presId="urn:microsoft.com/office/officeart/2005/8/layout/bProcess3"/>
    <dgm:cxn modelId="{B7D35DF6-A60F-43A5-AEC3-1CAAD6277460}" type="presOf" srcId="{3CB6F3D4-C5A1-48DB-BADC-814086E0F51C}" destId="{FED749A7-894E-4AB6-8D4D-82F4023CAB65}" srcOrd="0" destOrd="0" presId="urn:microsoft.com/office/officeart/2005/8/layout/bProcess3"/>
    <dgm:cxn modelId="{ECDCDA6B-808C-4AC8-BE20-B2D7EBA27DAA}" type="presOf" srcId="{FF470A6E-42D4-4EDA-A6D6-995E16D0A635}" destId="{ED4C0976-DB1D-41BB-84FB-C9FB225113AA}" srcOrd="1" destOrd="0" presId="urn:microsoft.com/office/officeart/2005/8/layout/bProcess3"/>
    <dgm:cxn modelId="{8FD18847-BFF8-4C51-9597-B4A24CB9CB6A}" srcId="{F5404A81-216E-493F-B3BF-3B75929EED9E}" destId="{AEFA5471-35DE-4B74-A64F-45FCF41D73A9}" srcOrd="1" destOrd="0" parTransId="{EEEBE824-0E4E-43C3-A6AF-C1A044E48EB9}" sibTransId="{FF470A6E-42D4-4EDA-A6D6-995E16D0A635}"/>
    <dgm:cxn modelId="{4935448E-C1A3-4530-92A7-9A2922E27659}" srcId="{F5404A81-216E-493F-B3BF-3B75929EED9E}" destId="{EE07C26D-274A-4EB7-928B-3F303752E0A1}" srcOrd="6" destOrd="0" parTransId="{16A29828-3A6F-4F8B-988F-869EFA3EFE4F}" sibTransId="{4035071F-4E97-40EB-BD44-C9480EE616B1}"/>
    <dgm:cxn modelId="{DC7A3D12-4749-48E7-B11B-A66CC0553915}" type="presOf" srcId="{EE07C26D-274A-4EB7-928B-3F303752E0A1}" destId="{FA18EA03-D9EE-4002-BEC3-4FDBF8D2A795}" srcOrd="0" destOrd="0" presId="urn:microsoft.com/office/officeart/2005/8/layout/bProcess3"/>
    <dgm:cxn modelId="{1FA087B7-3270-4D5E-9353-26AA9E2F39E6}" type="presOf" srcId="{74EDD30C-E478-4858-BEC3-D5FAD1CDDC17}" destId="{49ABC56C-26CC-4962-8A79-E36926F8772B}" srcOrd="1" destOrd="0" presId="urn:microsoft.com/office/officeart/2005/8/layout/bProcess3"/>
    <dgm:cxn modelId="{CD5561F1-E047-4613-A3A4-9618216A0A9C}" type="presOf" srcId="{B2F2B7FC-7AA5-4D39-B875-CC65423423B9}" destId="{50E07152-40FF-4A93-B422-E7AF6BFC4CD8}" srcOrd="0" destOrd="0" presId="urn:microsoft.com/office/officeart/2005/8/layout/bProcess3"/>
    <dgm:cxn modelId="{63149D44-B869-4BF2-A4EE-9679ADBBEDA1}" srcId="{F5404A81-216E-493F-B3BF-3B75929EED9E}" destId="{C73B32AC-1BA4-404D-B9BE-9B10E2522E82}" srcOrd="0" destOrd="0" parTransId="{850C6131-F46C-463B-ADF6-DDBE4D9E5A0D}" sibTransId="{B2F2B7FC-7AA5-4D39-B875-CC65423423B9}"/>
    <dgm:cxn modelId="{C0E83269-00FC-4BDE-BA5D-E4BF5C11F8A9}" type="presOf" srcId="{F5404A81-216E-493F-B3BF-3B75929EED9E}" destId="{8FE14A33-67DB-4104-87A4-B9A93B605472}" srcOrd="0" destOrd="0" presId="urn:microsoft.com/office/officeart/2005/8/layout/bProcess3"/>
    <dgm:cxn modelId="{A579ED40-EB20-4896-BF74-5DFF82423A2F}" type="presOf" srcId="{F4B6953E-D7D5-44C3-A58F-8FD47D58F381}" destId="{38890907-CB51-49BF-A2AB-CCD5C4E4AFB8}" srcOrd="0" destOrd="0" presId="urn:microsoft.com/office/officeart/2005/8/layout/bProcess3"/>
    <dgm:cxn modelId="{CCC3FC9C-6B1A-4795-8665-6F9D3D563F64}" type="presOf" srcId="{E0360F45-D726-4D71-9A27-2B66D19CBF53}" destId="{D81E48F3-322B-4F4B-B895-B380266AC6D5}" srcOrd="0" destOrd="0" presId="urn:microsoft.com/office/officeart/2005/8/layout/bProcess3"/>
    <dgm:cxn modelId="{17CD3BCF-8641-4521-9AB2-78906AD7DB15}" type="presOf" srcId="{FF470A6E-42D4-4EDA-A6D6-995E16D0A635}" destId="{C0BA9AB4-4C25-4DBF-8839-2CABD95447CD}" srcOrd="0" destOrd="0" presId="urn:microsoft.com/office/officeart/2005/8/layout/bProcess3"/>
    <dgm:cxn modelId="{B46E4C27-FDC8-42B6-BAAC-7F9E86B0104B}" type="presOf" srcId="{0DBDB664-16A3-498F-9864-40DE45F68E85}" destId="{17FD4147-ADC4-45A4-91A2-21576BDA2252}" srcOrd="0" destOrd="0" presId="urn:microsoft.com/office/officeart/2005/8/layout/bProcess3"/>
    <dgm:cxn modelId="{2CE3C093-F1EA-4C59-A310-61FB44CE40F2}" type="presOf" srcId="{AEFA5471-35DE-4B74-A64F-45FCF41D73A9}" destId="{ED8EB659-FC3E-4883-89B2-C2D5501871D2}" srcOrd="0" destOrd="0" presId="urn:microsoft.com/office/officeart/2005/8/layout/bProcess3"/>
    <dgm:cxn modelId="{CE504FD5-5BAC-4716-BD5B-60F3507E504C}" type="presOf" srcId="{23CDE49C-0E4B-470A-B1B9-EA9483E34A96}" destId="{7E1AA2AB-6B65-4BC0-8FDA-48869534F9CE}" srcOrd="1" destOrd="0" presId="urn:microsoft.com/office/officeart/2005/8/layout/bProcess3"/>
    <dgm:cxn modelId="{D10D32BD-D9EF-4243-9FCB-EEAF51857D02}" srcId="{F5404A81-216E-493F-B3BF-3B75929EED9E}" destId="{0DBDB664-16A3-498F-9864-40DE45F68E85}" srcOrd="5" destOrd="0" parTransId="{10176D54-DDA2-4026-A1DB-F9249CB75CEB}" sibTransId="{827BEB1F-E973-422E-99AD-EF18E8EE4CCA}"/>
    <dgm:cxn modelId="{A5ED4BF0-AC9D-4ADD-8AB0-EE422A934DC2}" srcId="{F5404A81-216E-493F-B3BF-3B75929EED9E}" destId="{E0360F45-D726-4D71-9A27-2B66D19CBF53}" srcOrd="4" destOrd="0" parTransId="{981705FA-3369-42B0-AC16-4F01C5BBD298}" sibTransId="{74EDD30C-E478-4858-BEC3-D5FAD1CDDC17}"/>
    <dgm:cxn modelId="{0589DBA8-DE09-41F7-85FE-5EFA15CC1A56}" type="presOf" srcId="{3CB6F3D4-C5A1-48DB-BADC-814086E0F51C}" destId="{FC9F54B4-95CE-4183-BD96-8F1D6A42E77D}" srcOrd="1" destOrd="0" presId="urn:microsoft.com/office/officeart/2005/8/layout/bProcess3"/>
    <dgm:cxn modelId="{7DC38DF8-2D44-4EF9-B697-EBFAA67BC21A}" type="presOf" srcId="{C73B32AC-1BA4-404D-B9BE-9B10E2522E82}" destId="{C58B674F-976D-41E6-BB58-B82F6CD118BB}" srcOrd="0" destOrd="0" presId="urn:microsoft.com/office/officeart/2005/8/layout/bProcess3"/>
    <dgm:cxn modelId="{51967E28-8F8B-4F26-9ECF-D38A2C04D8B1}" type="presParOf" srcId="{8FE14A33-67DB-4104-87A4-B9A93B605472}" destId="{C58B674F-976D-41E6-BB58-B82F6CD118BB}" srcOrd="0" destOrd="0" presId="urn:microsoft.com/office/officeart/2005/8/layout/bProcess3"/>
    <dgm:cxn modelId="{3A51C46F-18E5-4F75-88EB-6F0AC7DBA0B7}" type="presParOf" srcId="{8FE14A33-67DB-4104-87A4-B9A93B605472}" destId="{50E07152-40FF-4A93-B422-E7AF6BFC4CD8}" srcOrd="1" destOrd="0" presId="urn:microsoft.com/office/officeart/2005/8/layout/bProcess3"/>
    <dgm:cxn modelId="{5840D3CD-B350-4CD5-A491-101208E2C3EA}" type="presParOf" srcId="{50E07152-40FF-4A93-B422-E7AF6BFC4CD8}" destId="{B9A28786-A542-4AE4-97BA-9DB00722CB21}" srcOrd="0" destOrd="0" presId="urn:microsoft.com/office/officeart/2005/8/layout/bProcess3"/>
    <dgm:cxn modelId="{D5ABCD7F-A326-42CF-875A-778502386FB9}" type="presParOf" srcId="{8FE14A33-67DB-4104-87A4-B9A93B605472}" destId="{ED8EB659-FC3E-4883-89B2-C2D5501871D2}" srcOrd="2" destOrd="0" presId="urn:microsoft.com/office/officeart/2005/8/layout/bProcess3"/>
    <dgm:cxn modelId="{25817100-33FB-43E2-8364-93BEDBA7F26A}" type="presParOf" srcId="{8FE14A33-67DB-4104-87A4-B9A93B605472}" destId="{C0BA9AB4-4C25-4DBF-8839-2CABD95447CD}" srcOrd="3" destOrd="0" presId="urn:microsoft.com/office/officeart/2005/8/layout/bProcess3"/>
    <dgm:cxn modelId="{7F2414D8-7BE9-42A6-86CC-1772FABF6949}" type="presParOf" srcId="{C0BA9AB4-4C25-4DBF-8839-2CABD95447CD}" destId="{ED4C0976-DB1D-41BB-84FB-C9FB225113AA}" srcOrd="0" destOrd="0" presId="urn:microsoft.com/office/officeart/2005/8/layout/bProcess3"/>
    <dgm:cxn modelId="{7C365BBA-C607-461E-B57E-A917D517E70B}" type="presParOf" srcId="{8FE14A33-67DB-4104-87A4-B9A93B605472}" destId="{7EB0C9AB-6ABE-4217-8EBD-4CDAB6A1F135}" srcOrd="4" destOrd="0" presId="urn:microsoft.com/office/officeart/2005/8/layout/bProcess3"/>
    <dgm:cxn modelId="{70B10F05-320C-409B-9878-21BF372609BF}" type="presParOf" srcId="{8FE14A33-67DB-4104-87A4-B9A93B605472}" destId="{AE95D6B5-C24B-4689-B96D-84F7A86C1EF3}" srcOrd="5" destOrd="0" presId="urn:microsoft.com/office/officeart/2005/8/layout/bProcess3"/>
    <dgm:cxn modelId="{3B3D61B8-E992-4578-B918-0A77852B5CDD}" type="presParOf" srcId="{AE95D6B5-C24B-4689-B96D-84F7A86C1EF3}" destId="{7E1AA2AB-6B65-4BC0-8FDA-48869534F9CE}" srcOrd="0" destOrd="0" presId="urn:microsoft.com/office/officeart/2005/8/layout/bProcess3"/>
    <dgm:cxn modelId="{1D3D3E5A-6877-4337-8B95-C8E6CE643961}" type="presParOf" srcId="{8FE14A33-67DB-4104-87A4-B9A93B605472}" destId="{38890907-CB51-49BF-A2AB-CCD5C4E4AFB8}" srcOrd="6" destOrd="0" presId="urn:microsoft.com/office/officeart/2005/8/layout/bProcess3"/>
    <dgm:cxn modelId="{93899487-7AB3-4108-ABB9-836FC56E0B02}" type="presParOf" srcId="{8FE14A33-67DB-4104-87A4-B9A93B605472}" destId="{FED749A7-894E-4AB6-8D4D-82F4023CAB65}" srcOrd="7" destOrd="0" presId="urn:microsoft.com/office/officeart/2005/8/layout/bProcess3"/>
    <dgm:cxn modelId="{35D21741-9A71-45D1-BE2E-BE9DE70539AD}" type="presParOf" srcId="{FED749A7-894E-4AB6-8D4D-82F4023CAB65}" destId="{FC9F54B4-95CE-4183-BD96-8F1D6A42E77D}" srcOrd="0" destOrd="0" presId="urn:microsoft.com/office/officeart/2005/8/layout/bProcess3"/>
    <dgm:cxn modelId="{7033C2E1-3F37-4C1E-A170-348E3B060899}" type="presParOf" srcId="{8FE14A33-67DB-4104-87A4-B9A93B605472}" destId="{D81E48F3-322B-4F4B-B895-B380266AC6D5}" srcOrd="8" destOrd="0" presId="urn:microsoft.com/office/officeart/2005/8/layout/bProcess3"/>
    <dgm:cxn modelId="{F558A08A-8005-42F2-A881-220A486BEE2F}" type="presParOf" srcId="{8FE14A33-67DB-4104-87A4-B9A93B605472}" destId="{27095042-A1C1-4589-9CE3-637B77BB8275}" srcOrd="9" destOrd="0" presId="urn:microsoft.com/office/officeart/2005/8/layout/bProcess3"/>
    <dgm:cxn modelId="{667B18C5-55AE-4A7B-9F92-CB512A87B4DB}" type="presParOf" srcId="{27095042-A1C1-4589-9CE3-637B77BB8275}" destId="{49ABC56C-26CC-4962-8A79-E36926F8772B}" srcOrd="0" destOrd="0" presId="urn:microsoft.com/office/officeart/2005/8/layout/bProcess3"/>
    <dgm:cxn modelId="{59BBF0F6-E3C6-4015-96D0-204337914D78}" type="presParOf" srcId="{8FE14A33-67DB-4104-87A4-B9A93B605472}" destId="{17FD4147-ADC4-45A4-91A2-21576BDA2252}" srcOrd="10" destOrd="0" presId="urn:microsoft.com/office/officeart/2005/8/layout/bProcess3"/>
    <dgm:cxn modelId="{F6394E8C-C576-4D63-9181-8798C615503E}" type="presParOf" srcId="{8FE14A33-67DB-4104-87A4-B9A93B605472}" destId="{EAC03D25-7856-419F-B457-F150F048A9C1}" srcOrd="11" destOrd="0" presId="urn:microsoft.com/office/officeart/2005/8/layout/bProcess3"/>
    <dgm:cxn modelId="{EDE6B807-EFF1-4DC8-99F7-FB9A54345365}" type="presParOf" srcId="{EAC03D25-7856-419F-B457-F150F048A9C1}" destId="{4334E77F-2A5D-491A-8943-A0021070666D}" srcOrd="0" destOrd="0" presId="urn:microsoft.com/office/officeart/2005/8/layout/bProcess3"/>
    <dgm:cxn modelId="{0CAC6A3A-1D7E-4364-BFDE-5BB0EE40A6AF}" type="presParOf" srcId="{8FE14A33-67DB-4104-87A4-B9A93B605472}" destId="{FA18EA03-D9EE-4002-BEC3-4FDBF8D2A795}" srcOrd="1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2FE9DA6-9A84-43F6-BD98-CA163AD400E6}" type="doc">
      <dgm:prSet loTypeId="urn:microsoft.com/office/officeart/2005/8/layout/orgChart1" loCatId="hierarchy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47D2C42-CA56-4B6A-BD90-C54F3F0DC676}">
      <dgm:prSet phldrT="[Text]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922E3F6F-8BCA-4D2C-A713-FD13C378AF92}" type="parTrans" cxnId="{7FA7F82B-9E6B-4D4A-B221-3446E7A8FE18}">
      <dgm:prSet/>
      <dgm:spPr/>
      <dgm:t>
        <a:bodyPr/>
        <a:lstStyle/>
        <a:p>
          <a:endParaRPr lang="en-US"/>
        </a:p>
      </dgm:t>
    </dgm:pt>
    <dgm:pt modelId="{CC075232-4291-4FB0-B24E-1C9B9CAC5639}" type="sibTrans" cxnId="{7FA7F82B-9E6B-4D4A-B221-3446E7A8FE18}">
      <dgm:prSet/>
      <dgm:spPr/>
      <dgm:t>
        <a:bodyPr/>
        <a:lstStyle/>
        <a:p>
          <a:endParaRPr lang="en-US"/>
        </a:p>
      </dgm:t>
    </dgm:pt>
    <dgm:pt modelId="{EE2223E4-E320-483E-A56C-4DB200013095}" type="asst">
      <dgm:prSet phldrT="[Text]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C662744A-5EAD-421F-87E1-6F755B7DFB3A}" type="parTrans" cxnId="{B44CF2BE-B9BD-4B76-8631-06295CBFF49B}">
      <dgm:prSet/>
      <dgm:spPr/>
      <dgm:t>
        <a:bodyPr/>
        <a:lstStyle/>
        <a:p>
          <a:endParaRPr lang="en-US"/>
        </a:p>
      </dgm:t>
    </dgm:pt>
    <dgm:pt modelId="{1A3035CA-AF03-4ABF-A93C-4A683BABCC27}" type="sibTrans" cxnId="{B44CF2BE-B9BD-4B76-8631-06295CBFF49B}">
      <dgm:prSet/>
      <dgm:spPr/>
      <dgm:t>
        <a:bodyPr/>
        <a:lstStyle/>
        <a:p>
          <a:endParaRPr lang="en-US"/>
        </a:p>
      </dgm:t>
    </dgm:pt>
    <dgm:pt modelId="{A72E2960-65D7-48BE-87F8-F8A984EA3678}">
      <dgm:prSet phldrT="[Text]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7777DB4D-15E5-4455-B8D8-2781D1E8B45D}" type="parTrans" cxnId="{4BA50F37-FC67-4D6C-8A20-E2784DFB778E}">
      <dgm:prSet/>
      <dgm:spPr/>
      <dgm:t>
        <a:bodyPr/>
        <a:lstStyle/>
        <a:p>
          <a:endParaRPr lang="en-US"/>
        </a:p>
      </dgm:t>
    </dgm:pt>
    <dgm:pt modelId="{BF23E2B3-D909-46D8-B5A4-009E712DEE8C}" type="sibTrans" cxnId="{4BA50F37-FC67-4D6C-8A20-E2784DFB778E}">
      <dgm:prSet/>
      <dgm:spPr/>
      <dgm:t>
        <a:bodyPr/>
        <a:lstStyle/>
        <a:p>
          <a:endParaRPr lang="en-US"/>
        </a:p>
      </dgm:t>
    </dgm:pt>
    <dgm:pt modelId="{2D609C17-D17F-4E89-A8E9-843CFA1175FB}">
      <dgm:prSet phldrT="[Text]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2D5B24D2-3727-46A6-9723-EF18F6E43186}" type="sibTrans" cxnId="{3F6FAB00-572B-4F5A-B4D3-B892B7E11EDA}">
      <dgm:prSet/>
      <dgm:spPr/>
      <dgm:t>
        <a:bodyPr/>
        <a:lstStyle/>
        <a:p>
          <a:endParaRPr lang="en-US"/>
        </a:p>
      </dgm:t>
    </dgm:pt>
    <dgm:pt modelId="{6BBC0E49-C668-4027-BD16-9EA95EDF9462}" type="parTrans" cxnId="{3F6FAB00-572B-4F5A-B4D3-B892B7E11EDA}">
      <dgm:prSet/>
      <dgm:spPr/>
      <dgm:t>
        <a:bodyPr/>
        <a:lstStyle/>
        <a:p>
          <a:endParaRPr lang="en-US"/>
        </a:p>
      </dgm:t>
    </dgm:pt>
    <dgm:pt modelId="{C6B136E5-6E9E-4AC4-BEED-21D6D423EB4B}" type="pres">
      <dgm:prSet presAssocID="{C2FE9DA6-9A84-43F6-BD98-CA163AD400E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59C9AF61-2076-435F-89DC-ED3BEC80C873}" type="pres">
      <dgm:prSet presAssocID="{D47D2C42-CA56-4B6A-BD90-C54F3F0DC676}" presName="hierRoot1" presStyleCnt="0">
        <dgm:presLayoutVars>
          <dgm:hierBranch val="init"/>
        </dgm:presLayoutVars>
      </dgm:prSet>
      <dgm:spPr/>
    </dgm:pt>
    <dgm:pt modelId="{8D8789FF-2A01-4241-8232-DD8CA937B9B6}" type="pres">
      <dgm:prSet presAssocID="{D47D2C42-CA56-4B6A-BD90-C54F3F0DC676}" presName="rootComposite1" presStyleCnt="0"/>
      <dgm:spPr/>
    </dgm:pt>
    <dgm:pt modelId="{4FB11F89-4BA2-483A-A198-0341AB58ADBD}" type="pres">
      <dgm:prSet presAssocID="{D47D2C42-CA56-4B6A-BD90-C54F3F0DC676}" presName="rootText1" presStyleLbl="node0" presStyleIdx="0" presStyleCnt="1" custScaleX="135864" custScaleY="15267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DF33931-DF8E-42F9-9F26-13024BC476D5}" type="pres">
      <dgm:prSet presAssocID="{D47D2C42-CA56-4B6A-BD90-C54F3F0DC676}" presName="rootConnector1" presStyleLbl="node1" presStyleIdx="0" presStyleCnt="0"/>
      <dgm:spPr/>
      <dgm:t>
        <a:bodyPr/>
        <a:lstStyle/>
        <a:p>
          <a:endParaRPr lang="en-US"/>
        </a:p>
      </dgm:t>
    </dgm:pt>
    <dgm:pt modelId="{B54938E8-2889-48F8-9D2B-AB90D5B75978}" type="pres">
      <dgm:prSet presAssocID="{D47D2C42-CA56-4B6A-BD90-C54F3F0DC676}" presName="hierChild2" presStyleCnt="0"/>
      <dgm:spPr/>
    </dgm:pt>
    <dgm:pt modelId="{2F62AB1C-EE2B-4BDC-B6CB-ECDDC5D3E9A2}" type="pres">
      <dgm:prSet presAssocID="{6BBC0E49-C668-4027-BD16-9EA95EDF9462}" presName="Name37" presStyleLbl="parChTrans1D2" presStyleIdx="0" presStyleCnt="3"/>
      <dgm:spPr/>
      <dgm:t>
        <a:bodyPr/>
        <a:lstStyle/>
        <a:p>
          <a:endParaRPr lang="en-US"/>
        </a:p>
      </dgm:t>
    </dgm:pt>
    <dgm:pt modelId="{6D3E3E78-8D6F-4931-AB70-F6F96C0C361F}" type="pres">
      <dgm:prSet presAssocID="{2D609C17-D17F-4E89-A8E9-843CFA1175FB}" presName="hierRoot2" presStyleCnt="0">
        <dgm:presLayoutVars>
          <dgm:hierBranch val="init"/>
        </dgm:presLayoutVars>
      </dgm:prSet>
      <dgm:spPr/>
    </dgm:pt>
    <dgm:pt modelId="{AF513652-8B7A-4D87-ADAC-20F5C4BC0709}" type="pres">
      <dgm:prSet presAssocID="{2D609C17-D17F-4E89-A8E9-843CFA1175FB}" presName="rootComposite" presStyleCnt="0"/>
      <dgm:spPr/>
    </dgm:pt>
    <dgm:pt modelId="{13762710-3E32-4766-8400-4E0D8A6D7B65}" type="pres">
      <dgm:prSet presAssocID="{2D609C17-D17F-4E89-A8E9-843CFA1175FB}" presName="rootText" presStyleLbl="node2" presStyleIdx="0" presStyleCnt="2" custScaleX="284460" custScaleY="308406" custLinFactNeighborX="-625" custLinFactNeighborY="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E94044D-C714-4AC9-9948-7FEB8EB2B002}" type="pres">
      <dgm:prSet presAssocID="{2D609C17-D17F-4E89-A8E9-843CFA1175FB}" presName="rootConnector" presStyleLbl="node2" presStyleIdx="0" presStyleCnt="2"/>
      <dgm:spPr/>
      <dgm:t>
        <a:bodyPr/>
        <a:lstStyle/>
        <a:p>
          <a:endParaRPr lang="en-US"/>
        </a:p>
      </dgm:t>
    </dgm:pt>
    <dgm:pt modelId="{D8E48743-0271-4DC3-A017-96B1F01AFC1C}" type="pres">
      <dgm:prSet presAssocID="{2D609C17-D17F-4E89-A8E9-843CFA1175FB}" presName="hierChild4" presStyleCnt="0"/>
      <dgm:spPr/>
    </dgm:pt>
    <dgm:pt modelId="{A80714FD-2EB2-41B1-8A07-7E92BE70742C}" type="pres">
      <dgm:prSet presAssocID="{2D609C17-D17F-4E89-A8E9-843CFA1175FB}" presName="hierChild5" presStyleCnt="0"/>
      <dgm:spPr/>
    </dgm:pt>
    <dgm:pt modelId="{1D008C19-CC4E-4AFB-AA61-FBF8C103A24D}" type="pres">
      <dgm:prSet presAssocID="{7777DB4D-15E5-4455-B8D8-2781D1E8B45D}" presName="Name37" presStyleLbl="parChTrans1D2" presStyleIdx="1" presStyleCnt="3"/>
      <dgm:spPr/>
      <dgm:t>
        <a:bodyPr/>
        <a:lstStyle/>
        <a:p>
          <a:endParaRPr lang="en-US"/>
        </a:p>
      </dgm:t>
    </dgm:pt>
    <dgm:pt modelId="{ADE96213-0955-4B1C-8E68-539F876CA15F}" type="pres">
      <dgm:prSet presAssocID="{A72E2960-65D7-48BE-87F8-F8A984EA3678}" presName="hierRoot2" presStyleCnt="0">
        <dgm:presLayoutVars>
          <dgm:hierBranch val="init"/>
        </dgm:presLayoutVars>
      </dgm:prSet>
      <dgm:spPr/>
    </dgm:pt>
    <dgm:pt modelId="{BFD96E52-4212-4E7E-9860-32290A092EA0}" type="pres">
      <dgm:prSet presAssocID="{A72E2960-65D7-48BE-87F8-F8A984EA3678}" presName="rootComposite" presStyleCnt="0"/>
      <dgm:spPr/>
    </dgm:pt>
    <dgm:pt modelId="{27388BEA-A25F-49DC-A614-BB4EADA774BA}" type="pres">
      <dgm:prSet presAssocID="{A72E2960-65D7-48BE-87F8-F8A984EA3678}" presName="rootText" presStyleLbl="node2" presStyleIdx="1" presStyleCnt="2" custScaleX="278396" custScaleY="316490" custLinFactNeighborX="2558" custLinFactNeighborY="139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79764D4-4466-42A6-931C-618865BFE13C}" type="pres">
      <dgm:prSet presAssocID="{A72E2960-65D7-48BE-87F8-F8A984EA3678}" presName="rootConnector" presStyleLbl="node2" presStyleIdx="1" presStyleCnt="2"/>
      <dgm:spPr/>
      <dgm:t>
        <a:bodyPr/>
        <a:lstStyle/>
        <a:p>
          <a:endParaRPr lang="en-US"/>
        </a:p>
      </dgm:t>
    </dgm:pt>
    <dgm:pt modelId="{E2B284B2-52A0-494E-8C32-05312C2FB5BC}" type="pres">
      <dgm:prSet presAssocID="{A72E2960-65D7-48BE-87F8-F8A984EA3678}" presName="hierChild4" presStyleCnt="0"/>
      <dgm:spPr/>
    </dgm:pt>
    <dgm:pt modelId="{B013E3B3-FFDE-4BF9-B3C1-ABA8496AD552}" type="pres">
      <dgm:prSet presAssocID="{A72E2960-65D7-48BE-87F8-F8A984EA3678}" presName="hierChild5" presStyleCnt="0"/>
      <dgm:spPr/>
    </dgm:pt>
    <dgm:pt modelId="{E4C50678-BF31-4896-910D-B98D8BD53C8C}" type="pres">
      <dgm:prSet presAssocID="{D47D2C42-CA56-4B6A-BD90-C54F3F0DC676}" presName="hierChild3" presStyleCnt="0"/>
      <dgm:spPr/>
    </dgm:pt>
    <dgm:pt modelId="{098CBF96-9C72-41A7-9AF1-055915BD63B2}" type="pres">
      <dgm:prSet presAssocID="{C662744A-5EAD-421F-87E1-6F755B7DFB3A}" presName="Name111" presStyleLbl="parChTrans1D2" presStyleIdx="2" presStyleCnt="3"/>
      <dgm:spPr/>
      <dgm:t>
        <a:bodyPr/>
        <a:lstStyle/>
        <a:p>
          <a:endParaRPr lang="en-US"/>
        </a:p>
      </dgm:t>
    </dgm:pt>
    <dgm:pt modelId="{31ECB1E5-4C54-48BC-AB5F-EADB1FAD9491}" type="pres">
      <dgm:prSet presAssocID="{EE2223E4-E320-483E-A56C-4DB200013095}" presName="hierRoot3" presStyleCnt="0">
        <dgm:presLayoutVars>
          <dgm:hierBranch val="init"/>
        </dgm:presLayoutVars>
      </dgm:prSet>
      <dgm:spPr/>
    </dgm:pt>
    <dgm:pt modelId="{7CFE5646-15CB-4378-B2AA-88B73CBC8F6E}" type="pres">
      <dgm:prSet presAssocID="{EE2223E4-E320-483E-A56C-4DB200013095}" presName="rootComposite3" presStyleCnt="0"/>
      <dgm:spPr/>
    </dgm:pt>
    <dgm:pt modelId="{59EAD0A3-3279-4011-B8B5-2C4A2ED2444F}" type="pres">
      <dgm:prSet presAssocID="{EE2223E4-E320-483E-A56C-4DB200013095}" presName="rootText3" presStyleLbl="asst1" presStyleIdx="0" presStyleCnt="1" custScaleX="141672" custScaleY="117220" custLinFactNeighborX="-1783" custLinFactNeighborY="-783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428F6CD-70BD-4072-8695-83E002DD6FB7}" type="pres">
      <dgm:prSet presAssocID="{EE2223E4-E320-483E-A56C-4DB200013095}" presName="rootConnector3" presStyleLbl="asst1" presStyleIdx="0" presStyleCnt="1"/>
      <dgm:spPr/>
      <dgm:t>
        <a:bodyPr/>
        <a:lstStyle/>
        <a:p>
          <a:endParaRPr lang="en-US"/>
        </a:p>
      </dgm:t>
    </dgm:pt>
    <dgm:pt modelId="{D7C68285-E4FF-473E-9626-E92420B2B626}" type="pres">
      <dgm:prSet presAssocID="{EE2223E4-E320-483E-A56C-4DB200013095}" presName="hierChild6" presStyleCnt="0"/>
      <dgm:spPr/>
    </dgm:pt>
    <dgm:pt modelId="{992E3526-6966-4A55-A1FC-C3A83B45AFD3}" type="pres">
      <dgm:prSet presAssocID="{EE2223E4-E320-483E-A56C-4DB200013095}" presName="hierChild7" presStyleCnt="0"/>
      <dgm:spPr/>
    </dgm:pt>
  </dgm:ptLst>
  <dgm:cxnLst>
    <dgm:cxn modelId="{4BA50F37-FC67-4D6C-8A20-E2784DFB778E}" srcId="{D47D2C42-CA56-4B6A-BD90-C54F3F0DC676}" destId="{A72E2960-65D7-48BE-87F8-F8A984EA3678}" srcOrd="2" destOrd="0" parTransId="{7777DB4D-15E5-4455-B8D8-2781D1E8B45D}" sibTransId="{BF23E2B3-D909-46D8-B5A4-009E712DEE8C}"/>
    <dgm:cxn modelId="{B44CF2BE-B9BD-4B76-8631-06295CBFF49B}" srcId="{D47D2C42-CA56-4B6A-BD90-C54F3F0DC676}" destId="{EE2223E4-E320-483E-A56C-4DB200013095}" srcOrd="0" destOrd="0" parTransId="{C662744A-5EAD-421F-87E1-6F755B7DFB3A}" sibTransId="{1A3035CA-AF03-4ABF-A93C-4A683BABCC27}"/>
    <dgm:cxn modelId="{62BA9DDD-7519-4235-8D79-85E267FCB66A}" type="presOf" srcId="{D47D2C42-CA56-4B6A-BD90-C54F3F0DC676}" destId="{CDF33931-DF8E-42F9-9F26-13024BC476D5}" srcOrd="1" destOrd="0" presId="urn:microsoft.com/office/officeart/2005/8/layout/orgChart1"/>
    <dgm:cxn modelId="{01097F83-787E-4F36-AE1D-21EAE56503DE}" type="presOf" srcId="{2D609C17-D17F-4E89-A8E9-843CFA1175FB}" destId="{3E94044D-C714-4AC9-9948-7FEB8EB2B002}" srcOrd="1" destOrd="0" presId="urn:microsoft.com/office/officeart/2005/8/layout/orgChart1"/>
    <dgm:cxn modelId="{750AF2EC-DD7C-4A10-ACAA-7050200196FF}" type="presOf" srcId="{D47D2C42-CA56-4B6A-BD90-C54F3F0DC676}" destId="{4FB11F89-4BA2-483A-A198-0341AB58ADBD}" srcOrd="0" destOrd="0" presId="urn:microsoft.com/office/officeart/2005/8/layout/orgChart1"/>
    <dgm:cxn modelId="{3F6FAB00-572B-4F5A-B4D3-B892B7E11EDA}" srcId="{D47D2C42-CA56-4B6A-BD90-C54F3F0DC676}" destId="{2D609C17-D17F-4E89-A8E9-843CFA1175FB}" srcOrd="1" destOrd="0" parTransId="{6BBC0E49-C668-4027-BD16-9EA95EDF9462}" sibTransId="{2D5B24D2-3727-46A6-9723-EF18F6E43186}"/>
    <dgm:cxn modelId="{5CBD2F2A-3CD3-4C1D-9EEF-1CBD0A399306}" type="presOf" srcId="{A72E2960-65D7-48BE-87F8-F8A984EA3678}" destId="{27388BEA-A25F-49DC-A614-BB4EADA774BA}" srcOrd="0" destOrd="0" presId="urn:microsoft.com/office/officeart/2005/8/layout/orgChart1"/>
    <dgm:cxn modelId="{FA187227-9CE6-4751-A7F4-831CB8B2313C}" type="presOf" srcId="{C2FE9DA6-9A84-43F6-BD98-CA163AD400E6}" destId="{C6B136E5-6E9E-4AC4-BEED-21D6D423EB4B}" srcOrd="0" destOrd="0" presId="urn:microsoft.com/office/officeart/2005/8/layout/orgChart1"/>
    <dgm:cxn modelId="{C6F334D0-7BB1-4E24-B507-6ADBF2AF3A5F}" type="presOf" srcId="{A72E2960-65D7-48BE-87F8-F8A984EA3678}" destId="{679764D4-4466-42A6-931C-618865BFE13C}" srcOrd="1" destOrd="0" presId="urn:microsoft.com/office/officeart/2005/8/layout/orgChart1"/>
    <dgm:cxn modelId="{97E99F6B-C6D4-4204-89B0-753AA9E99E6C}" type="presOf" srcId="{EE2223E4-E320-483E-A56C-4DB200013095}" destId="{59EAD0A3-3279-4011-B8B5-2C4A2ED2444F}" srcOrd="0" destOrd="0" presId="urn:microsoft.com/office/officeart/2005/8/layout/orgChart1"/>
    <dgm:cxn modelId="{3B14A46B-5FFC-4DC4-90F8-4CFBC393F3E7}" type="presOf" srcId="{EE2223E4-E320-483E-A56C-4DB200013095}" destId="{B428F6CD-70BD-4072-8695-83E002DD6FB7}" srcOrd="1" destOrd="0" presId="urn:microsoft.com/office/officeart/2005/8/layout/orgChart1"/>
    <dgm:cxn modelId="{6E843A57-1FC2-4C42-B56E-863CA8279D6B}" type="presOf" srcId="{C662744A-5EAD-421F-87E1-6F755B7DFB3A}" destId="{098CBF96-9C72-41A7-9AF1-055915BD63B2}" srcOrd="0" destOrd="0" presId="urn:microsoft.com/office/officeart/2005/8/layout/orgChart1"/>
    <dgm:cxn modelId="{3332D066-D508-4733-BC14-53FDD5C751DC}" type="presOf" srcId="{7777DB4D-15E5-4455-B8D8-2781D1E8B45D}" destId="{1D008C19-CC4E-4AFB-AA61-FBF8C103A24D}" srcOrd="0" destOrd="0" presId="urn:microsoft.com/office/officeart/2005/8/layout/orgChart1"/>
    <dgm:cxn modelId="{F3441C1D-D6C5-4B75-8208-656FC3C346EE}" type="presOf" srcId="{6BBC0E49-C668-4027-BD16-9EA95EDF9462}" destId="{2F62AB1C-EE2B-4BDC-B6CB-ECDDC5D3E9A2}" srcOrd="0" destOrd="0" presId="urn:microsoft.com/office/officeart/2005/8/layout/orgChart1"/>
    <dgm:cxn modelId="{7FA7F82B-9E6B-4D4A-B221-3446E7A8FE18}" srcId="{C2FE9DA6-9A84-43F6-BD98-CA163AD400E6}" destId="{D47D2C42-CA56-4B6A-BD90-C54F3F0DC676}" srcOrd="0" destOrd="0" parTransId="{922E3F6F-8BCA-4D2C-A713-FD13C378AF92}" sibTransId="{CC075232-4291-4FB0-B24E-1C9B9CAC5639}"/>
    <dgm:cxn modelId="{C1975C50-EE08-4F22-8851-940D1208C6B4}" type="presOf" srcId="{2D609C17-D17F-4E89-A8E9-843CFA1175FB}" destId="{13762710-3E32-4766-8400-4E0D8A6D7B65}" srcOrd="0" destOrd="0" presId="urn:microsoft.com/office/officeart/2005/8/layout/orgChart1"/>
    <dgm:cxn modelId="{56E898B1-C883-4424-B190-C95B649A13A7}" type="presParOf" srcId="{C6B136E5-6E9E-4AC4-BEED-21D6D423EB4B}" destId="{59C9AF61-2076-435F-89DC-ED3BEC80C873}" srcOrd="0" destOrd="0" presId="urn:microsoft.com/office/officeart/2005/8/layout/orgChart1"/>
    <dgm:cxn modelId="{F281DCC0-0D85-409E-BDFD-B8DDDCC04796}" type="presParOf" srcId="{59C9AF61-2076-435F-89DC-ED3BEC80C873}" destId="{8D8789FF-2A01-4241-8232-DD8CA937B9B6}" srcOrd="0" destOrd="0" presId="urn:microsoft.com/office/officeart/2005/8/layout/orgChart1"/>
    <dgm:cxn modelId="{8F4DD912-CC96-4D2E-A34D-4D43109235A5}" type="presParOf" srcId="{8D8789FF-2A01-4241-8232-DD8CA937B9B6}" destId="{4FB11F89-4BA2-483A-A198-0341AB58ADBD}" srcOrd="0" destOrd="0" presId="urn:microsoft.com/office/officeart/2005/8/layout/orgChart1"/>
    <dgm:cxn modelId="{D13C63D6-88B8-491D-8401-73239674E1A1}" type="presParOf" srcId="{8D8789FF-2A01-4241-8232-DD8CA937B9B6}" destId="{CDF33931-DF8E-42F9-9F26-13024BC476D5}" srcOrd="1" destOrd="0" presId="urn:microsoft.com/office/officeart/2005/8/layout/orgChart1"/>
    <dgm:cxn modelId="{B4AB54F3-B3E9-40AE-95C9-D61F9D8182CE}" type="presParOf" srcId="{59C9AF61-2076-435F-89DC-ED3BEC80C873}" destId="{B54938E8-2889-48F8-9D2B-AB90D5B75978}" srcOrd="1" destOrd="0" presId="urn:microsoft.com/office/officeart/2005/8/layout/orgChart1"/>
    <dgm:cxn modelId="{72B4201F-6450-4411-A2E6-6D7D7DEB38C9}" type="presParOf" srcId="{B54938E8-2889-48F8-9D2B-AB90D5B75978}" destId="{2F62AB1C-EE2B-4BDC-B6CB-ECDDC5D3E9A2}" srcOrd="0" destOrd="0" presId="urn:microsoft.com/office/officeart/2005/8/layout/orgChart1"/>
    <dgm:cxn modelId="{1BCD0691-37D0-443E-9E78-261DDA8FE171}" type="presParOf" srcId="{B54938E8-2889-48F8-9D2B-AB90D5B75978}" destId="{6D3E3E78-8D6F-4931-AB70-F6F96C0C361F}" srcOrd="1" destOrd="0" presId="urn:microsoft.com/office/officeart/2005/8/layout/orgChart1"/>
    <dgm:cxn modelId="{3D310A38-F736-464A-8893-73615C01B3F9}" type="presParOf" srcId="{6D3E3E78-8D6F-4931-AB70-F6F96C0C361F}" destId="{AF513652-8B7A-4D87-ADAC-20F5C4BC0709}" srcOrd="0" destOrd="0" presId="urn:microsoft.com/office/officeart/2005/8/layout/orgChart1"/>
    <dgm:cxn modelId="{BE5E290C-C71A-43A4-8C22-D13A6E5C92EC}" type="presParOf" srcId="{AF513652-8B7A-4D87-ADAC-20F5C4BC0709}" destId="{13762710-3E32-4766-8400-4E0D8A6D7B65}" srcOrd="0" destOrd="0" presId="urn:microsoft.com/office/officeart/2005/8/layout/orgChart1"/>
    <dgm:cxn modelId="{35A87C3F-2152-4852-9D46-A828E6461F06}" type="presParOf" srcId="{AF513652-8B7A-4D87-ADAC-20F5C4BC0709}" destId="{3E94044D-C714-4AC9-9948-7FEB8EB2B002}" srcOrd="1" destOrd="0" presId="urn:microsoft.com/office/officeart/2005/8/layout/orgChart1"/>
    <dgm:cxn modelId="{FEDAB59F-8DAB-4C51-9B3D-64F47FF36FF8}" type="presParOf" srcId="{6D3E3E78-8D6F-4931-AB70-F6F96C0C361F}" destId="{D8E48743-0271-4DC3-A017-96B1F01AFC1C}" srcOrd="1" destOrd="0" presId="urn:microsoft.com/office/officeart/2005/8/layout/orgChart1"/>
    <dgm:cxn modelId="{A1087F97-AB04-4333-9BB7-0862D9DF96E8}" type="presParOf" srcId="{6D3E3E78-8D6F-4931-AB70-F6F96C0C361F}" destId="{A80714FD-2EB2-41B1-8A07-7E92BE70742C}" srcOrd="2" destOrd="0" presId="urn:microsoft.com/office/officeart/2005/8/layout/orgChart1"/>
    <dgm:cxn modelId="{362B48A0-762A-4826-80E1-1CE82FB21273}" type="presParOf" srcId="{B54938E8-2889-48F8-9D2B-AB90D5B75978}" destId="{1D008C19-CC4E-4AFB-AA61-FBF8C103A24D}" srcOrd="2" destOrd="0" presId="urn:microsoft.com/office/officeart/2005/8/layout/orgChart1"/>
    <dgm:cxn modelId="{DE10881D-B384-4E08-81CF-EF4FBA1ACF83}" type="presParOf" srcId="{B54938E8-2889-48F8-9D2B-AB90D5B75978}" destId="{ADE96213-0955-4B1C-8E68-539F876CA15F}" srcOrd="3" destOrd="0" presId="urn:microsoft.com/office/officeart/2005/8/layout/orgChart1"/>
    <dgm:cxn modelId="{51CCB01D-8A32-424C-A40E-4492E614D642}" type="presParOf" srcId="{ADE96213-0955-4B1C-8E68-539F876CA15F}" destId="{BFD96E52-4212-4E7E-9860-32290A092EA0}" srcOrd="0" destOrd="0" presId="urn:microsoft.com/office/officeart/2005/8/layout/orgChart1"/>
    <dgm:cxn modelId="{F23BEC63-459C-4510-9D9A-3204166C70CA}" type="presParOf" srcId="{BFD96E52-4212-4E7E-9860-32290A092EA0}" destId="{27388BEA-A25F-49DC-A614-BB4EADA774BA}" srcOrd="0" destOrd="0" presId="urn:microsoft.com/office/officeart/2005/8/layout/orgChart1"/>
    <dgm:cxn modelId="{FBEBFDB8-D00A-48F4-8EFB-96A9BEC4D42D}" type="presParOf" srcId="{BFD96E52-4212-4E7E-9860-32290A092EA0}" destId="{679764D4-4466-42A6-931C-618865BFE13C}" srcOrd="1" destOrd="0" presId="urn:microsoft.com/office/officeart/2005/8/layout/orgChart1"/>
    <dgm:cxn modelId="{D9981A89-2397-4C15-9A34-A114D863804B}" type="presParOf" srcId="{ADE96213-0955-4B1C-8E68-539F876CA15F}" destId="{E2B284B2-52A0-494E-8C32-05312C2FB5BC}" srcOrd="1" destOrd="0" presId="urn:microsoft.com/office/officeart/2005/8/layout/orgChart1"/>
    <dgm:cxn modelId="{D808C984-7242-4B78-84D8-7DE2F5024192}" type="presParOf" srcId="{ADE96213-0955-4B1C-8E68-539F876CA15F}" destId="{B013E3B3-FFDE-4BF9-B3C1-ABA8496AD552}" srcOrd="2" destOrd="0" presId="urn:microsoft.com/office/officeart/2005/8/layout/orgChart1"/>
    <dgm:cxn modelId="{9D12C79B-728E-47B7-A977-FC1BB8A9D1E2}" type="presParOf" srcId="{59C9AF61-2076-435F-89DC-ED3BEC80C873}" destId="{E4C50678-BF31-4896-910D-B98D8BD53C8C}" srcOrd="2" destOrd="0" presId="urn:microsoft.com/office/officeart/2005/8/layout/orgChart1"/>
    <dgm:cxn modelId="{6059308E-1228-44DD-B42D-25D3B8B4E654}" type="presParOf" srcId="{E4C50678-BF31-4896-910D-B98D8BD53C8C}" destId="{098CBF96-9C72-41A7-9AF1-055915BD63B2}" srcOrd="0" destOrd="0" presId="urn:microsoft.com/office/officeart/2005/8/layout/orgChart1"/>
    <dgm:cxn modelId="{7DCE7F70-AFA8-4AC2-A400-D6C810520A2D}" type="presParOf" srcId="{E4C50678-BF31-4896-910D-B98D8BD53C8C}" destId="{31ECB1E5-4C54-48BC-AB5F-EADB1FAD9491}" srcOrd="1" destOrd="0" presId="urn:microsoft.com/office/officeart/2005/8/layout/orgChart1"/>
    <dgm:cxn modelId="{C6C68148-4CE2-46D1-B8C3-618235BDD202}" type="presParOf" srcId="{31ECB1E5-4C54-48BC-AB5F-EADB1FAD9491}" destId="{7CFE5646-15CB-4378-B2AA-88B73CBC8F6E}" srcOrd="0" destOrd="0" presId="urn:microsoft.com/office/officeart/2005/8/layout/orgChart1"/>
    <dgm:cxn modelId="{CCD12814-FC8B-4858-AEA3-F06E420C2047}" type="presParOf" srcId="{7CFE5646-15CB-4378-B2AA-88B73CBC8F6E}" destId="{59EAD0A3-3279-4011-B8B5-2C4A2ED2444F}" srcOrd="0" destOrd="0" presId="urn:microsoft.com/office/officeart/2005/8/layout/orgChart1"/>
    <dgm:cxn modelId="{51750CCE-EEC1-4105-9A4A-B8E151DEABB0}" type="presParOf" srcId="{7CFE5646-15CB-4378-B2AA-88B73CBC8F6E}" destId="{B428F6CD-70BD-4072-8695-83E002DD6FB7}" srcOrd="1" destOrd="0" presId="urn:microsoft.com/office/officeart/2005/8/layout/orgChart1"/>
    <dgm:cxn modelId="{64156F90-A1E7-4D12-B23F-BBF014BC112A}" type="presParOf" srcId="{31ECB1E5-4C54-48BC-AB5F-EADB1FAD9491}" destId="{D7C68285-E4FF-473E-9626-E92420B2B626}" srcOrd="1" destOrd="0" presId="urn:microsoft.com/office/officeart/2005/8/layout/orgChart1"/>
    <dgm:cxn modelId="{C5778EA3-00A3-430A-B21A-DBE42C83D41C}" type="presParOf" srcId="{31ECB1E5-4C54-48BC-AB5F-EADB1FAD9491}" destId="{992E3526-6966-4A55-A1FC-C3A83B45AFD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E07152-40FF-4A93-B422-E7AF6BFC4CD8}">
      <dsp:nvSpPr>
        <dsp:cNvPr id="0" name=""/>
        <dsp:cNvSpPr/>
      </dsp:nvSpPr>
      <dsp:spPr>
        <a:xfrm>
          <a:off x="2372044" y="1490096"/>
          <a:ext cx="5148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4875" y="45720"/>
              </a:lnTo>
            </a:path>
          </a:pathLst>
        </a:custGeom>
        <a:noFill/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615845" y="1533088"/>
        <a:ext cx="27273" cy="5454"/>
      </dsp:txXfrm>
    </dsp:sp>
    <dsp:sp modelId="{C58B674F-976D-41E6-BB58-B82F6CD118BB}">
      <dsp:nvSpPr>
        <dsp:cNvPr id="0" name=""/>
        <dsp:cNvSpPr/>
      </dsp:nvSpPr>
      <dsp:spPr>
        <a:xfrm>
          <a:off x="2214" y="824326"/>
          <a:ext cx="2371630" cy="14229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Available thrusters are just too big for our application</a:t>
          </a:r>
          <a:endParaRPr lang="en-US" sz="1700" kern="1200" dirty="0"/>
        </a:p>
      </dsp:txBody>
      <dsp:txXfrm>
        <a:off x="2214" y="824326"/>
        <a:ext cx="2371630" cy="1422978"/>
      </dsp:txXfrm>
    </dsp:sp>
    <dsp:sp modelId="{C0BA9AB4-4C25-4DBF-8839-2CABD95447CD}">
      <dsp:nvSpPr>
        <dsp:cNvPr id="0" name=""/>
        <dsp:cNvSpPr/>
      </dsp:nvSpPr>
      <dsp:spPr>
        <a:xfrm>
          <a:off x="5289150" y="1490096"/>
          <a:ext cx="5148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4875" y="45720"/>
              </a:lnTo>
            </a:path>
          </a:pathLst>
        </a:custGeom>
        <a:noFill/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532951" y="1533088"/>
        <a:ext cx="27273" cy="5454"/>
      </dsp:txXfrm>
    </dsp:sp>
    <dsp:sp modelId="{ED8EB659-FC3E-4883-89B2-C2D5501871D2}">
      <dsp:nvSpPr>
        <dsp:cNvPr id="0" name=""/>
        <dsp:cNvSpPr/>
      </dsp:nvSpPr>
      <dsp:spPr>
        <a:xfrm>
          <a:off x="2919320" y="824326"/>
          <a:ext cx="2371630" cy="14229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Replacing a centrifugal  pump impeller with a propeller is a solution</a:t>
          </a:r>
          <a:endParaRPr lang="en-US" sz="1700" kern="1200" dirty="0"/>
        </a:p>
      </dsp:txBody>
      <dsp:txXfrm>
        <a:off x="2919320" y="824326"/>
        <a:ext cx="2371630" cy="1422978"/>
      </dsp:txXfrm>
    </dsp:sp>
    <dsp:sp modelId="{AE95D6B5-C24B-4689-B96D-84F7A86C1EF3}">
      <dsp:nvSpPr>
        <dsp:cNvPr id="0" name=""/>
        <dsp:cNvSpPr/>
      </dsp:nvSpPr>
      <dsp:spPr>
        <a:xfrm>
          <a:off x="8206256" y="1490096"/>
          <a:ext cx="5148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4875" y="45720"/>
              </a:lnTo>
            </a:path>
          </a:pathLst>
        </a:custGeom>
        <a:noFill/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8450057" y="1533088"/>
        <a:ext cx="27273" cy="5454"/>
      </dsp:txXfrm>
    </dsp:sp>
    <dsp:sp modelId="{7EB0C9AB-6ABE-4217-8EBD-4CDAB6A1F135}">
      <dsp:nvSpPr>
        <dsp:cNvPr id="0" name=""/>
        <dsp:cNvSpPr/>
      </dsp:nvSpPr>
      <dsp:spPr>
        <a:xfrm>
          <a:off x="5836426" y="824326"/>
          <a:ext cx="2371630" cy="14229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b="0" kern="1200" dirty="0" smtClean="0"/>
            <a:t>Assuming maximum velocity  = 0.2m/s </a:t>
          </a:r>
          <a:r>
            <a:rPr lang="en-US" sz="1200" b="0" kern="1200" dirty="0" smtClean="0"/>
            <a:t>&lt;  1km/h </a:t>
          </a:r>
          <a:r>
            <a:rPr lang="en-US" sz="1700" b="0" kern="1200" dirty="0" smtClean="0"/>
            <a:t>and drag force  = 0.32N</a:t>
          </a:r>
          <a:endParaRPr lang="en-US" sz="1700" b="0" kern="1200" dirty="0"/>
        </a:p>
      </dsp:txBody>
      <dsp:txXfrm>
        <a:off x="5836426" y="824326"/>
        <a:ext cx="2371630" cy="1422978"/>
      </dsp:txXfrm>
    </dsp:sp>
    <dsp:sp modelId="{FED749A7-894E-4AB6-8D4D-82F4023CAB65}">
      <dsp:nvSpPr>
        <dsp:cNvPr id="0" name=""/>
        <dsp:cNvSpPr/>
      </dsp:nvSpPr>
      <dsp:spPr>
        <a:xfrm>
          <a:off x="1188029" y="2245505"/>
          <a:ext cx="8751317" cy="514875"/>
        </a:xfrm>
        <a:custGeom>
          <a:avLst/>
          <a:gdLst/>
          <a:ahLst/>
          <a:cxnLst/>
          <a:rect l="0" t="0" r="0" b="0"/>
          <a:pathLst>
            <a:path>
              <a:moveTo>
                <a:pt x="8751317" y="0"/>
              </a:moveTo>
              <a:lnTo>
                <a:pt x="8751317" y="274537"/>
              </a:lnTo>
              <a:lnTo>
                <a:pt x="0" y="274537"/>
              </a:lnTo>
              <a:lnTo>
                <a:pt x="0" y="514875"/>
              </a:lnTo>
            </a:path>
          </a:pathLst>
        </a:custGeom>
        <a:noFill/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344480" y="2500215"/>
        <a:ext cx="438415" cy="5454"/>
      </dsp:txXfrm>
    </dsp:sp>
    <dsp:sp modelId="{38890907-CB51-49BF-A2AB-CCD5C4E4AFB8}">
      <dsp:nvSpPr>
        <dsp:cNvPr id="0" name=""/>
        <dsp:cNvSpPr/>
      </dsp:nvSpPr>
      <dsp:spPr>
        <a:xfrm>
          <a:off x="8753532" y="824326"/>
          <a:ext cx="2371630" cy="14229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Suitable pumps required for each thruster of flow rate of 55.5 l/min</a:t>
          </a:r>
          <a:endParaRPr lang="en-US" sz="1700" kern="1200" dirty="0"/>
        </a:p>
      </dsp:txBody>
      <dsp:txXfrm>
        <a:off x="8753532" y="824326"/>
        <a:ext cx="2371630" cy="1422978"/>
      </dsp:txXfrm>
    </dsp:sp>
    <dsp:sp modelId="{27095042-A1C1-4589-9CE3-637B77BB8275}">
      <dsp:nvSpPr>
        <dsp:cNvPr id="0" name=""/>
        <dsp:cNvSpPr/>
      </dsp:nvSpPr>
      <dsp:spPr>
        <a:xfrm>
          <a:off x="2372044" y="3458549"/>
          <a:ext cx="5148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4875" y="45720"/>
              </a:lnTo>
            </a:path>
          </a:pathLst>
        </a:custGeom>
        <a:noFill/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2615845" y="3501542"/>
        <a:ext cx="27273" cy="5454"/>
      </dsp:txXfrm>
    </dsp:sp>
    <dsp:sp modelId="{D81E48F3-322B-4F4B-B895-B380266AC6D5}">
      <dsp:nvSpPr>
        <dsp:cNvPr id="0" name=""/>
        <dsp:cNvSpPr/>
      </dsp:nvSpPr>
      <dsp:spPr>
        <a:xfrm>
          <a:off x="2214" y="2792780"/>
          <a:ext cx="2371630" cy="14229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Suitable pumps available were of flow rate of 63 l/min</a:t>
          </a:r>
          <a:endParaRPr lang="en-US" sz="1700" kern="1200" dirty="0"/>
        </a:p>
      </dsp:txBody>
      <dsp:txXfrm>
        <a:off x="2214" y="2792780"/>
        <a:ext cx="2371630" cy="1422978"/>
      </dsp:txXfrm>
    </dsp:sp>
    <dsp:sp modelId="{EAC03D25-7856-419F-B457-F150F048A9C1}">
      <dsp:nvSpPr>
        <dsp:cNvPr id="0" name=""/>
        <dsp:cNvSpPr/>
      </dsp:nvSpPr>
      <dsp:spPr>
        <a:xfrm>
          <a:off x="5289150" y="3458549"/>
          <a:ext cx="51487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4875" y="45720"/>
              </a:lnTo>
            </a:path>
          </a:pathLst>
        </a:custGeom>
        <a:noFill/>
        <a:ln w="100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5532951" y="3501542"/>
        <a:ext cx="27273" cy="5454"/>
      </dsp:txXfrm>
    </dsp:sp>
    <dsp:sp modelId="{17FD4147-ADC4-45A4-91A2-21576BDA2252}">
      <dsp:nvSpPr>
        <dsp:cNvPr id="0" name=""/>
        <dsp:cNvSpPr/>
      </dsp:nvSpPr>
      <dsp:spPr>
        <a:xfrm>
          <a:off x="2919320" y="2792780"/>
          <a:ext cx="2371630" cy="14229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Those pumps with propellers of about   73 mm, together, provided a thrust of 0.462 N</a:t>
          </a:r>
          <a:endParaRPr lang="en-US" sz="1700" kern="1200" dirty="0"/>
        </a:p>
      </dsp:txBody>
      <dsp:txXfrm>
        <a:off x="2919320" y="2792780"/>
        <a:ext cx="2371630" cy="1422978"/>
      </dsp:txXfrm>
    </dsp:sp>
    <dsp:sp modelId="{FA18EA03-D9EE-4002-BEC3-4FDBF8D2A795}">
      <dsp:nvSpPr>
        <dsp:cNvPr id="0" name=""/>
        <dsp:cNvSpPr/>
      </dsp:nvSpPr>
      <dsp:spPr>
        <a:xfrm>
          <a:off x="5836426" y="2792780"/>
          <a:ext cx="2371630" cy="142297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53975" cap="flat" cmpd="dbl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Resulted in a theoretical maximum velocity of 0.42 m/s        </a:t>
          </a:r>
          <a:r>
            <a:rPr lang="en-US" sz="1100" kern="1200" dirty="0" smtClean="0"/>
            <a:t>= 1.5 km/h</a:t>
          </a:r>
          <a:endParaRPr lang="en-US" sz="1100" kern="1200" dirty="0"/>
        </a:p>
      </dsp:txBody>
      <dsp:txXfrm>
        <a:off x="5836426" y="2792780"/>
        <a:ext cx="2371630" cy="14229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8CBF96-9C72-41A7-9AF1-055915BD63B2}">
      <dsp:nvSpPr>
        <dsp:cNvPr id="0" name=""/>
        <dsp:cNvSpPr/>
      </dsp:nvSpPr>
      <dsp:spPr>
        <a:xfrm>
          <a:off x="5491565" y="1370873"/>
          <a:ext cx="220540" cy="832848"/>
        </a:xfrm>
        <a:custGeom>
          <a:avLst/>
          <a:gdLst/>
          <a:ahLst/>
          <a:cxnLst/>
          <a:rect l="0" t="0" r="0" b="0"/>
          <a:pathLst>
            <a:path>
              <a:moveTo>
                <a:pt x="220540" y="0"/>
              </a:moveTo>
              <a:lnTo>
                <a:pt x="220540" y="832848"/>
              </a:lnTo>
              <a:lnTo>
                <a:pt x="0" y="832848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008C19-CC4E-4AFB-AA61-FBF8C103A24D}">
      <dsp:nvSpPr>
        <dsp:cNvPr id="0" name=""/>
        <dsp:cNvSpPr/>
      </dsp:nvSpPr>
      <dsp:spPr>
        <a:xfrm>
          <a:off x="5712105" y="1370873"/>
          <a:ext cx="2788183" cy="18066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8157"/>
              </a:lnTo>
              <a:lnTo>
                <a:pt x="2788183" y="1618157"/>
              </a:lnTo>
              <a:lnTo>
                <a:pt x="2788183" y="1806684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62AB1C-EE2B-4BDC-B6CB-ECDDC5D3E9A2}">
      <dsp:nvSpPr>
        <dsp:cNvPr id="0" name=""/>
        <dsp:cNvSpPr/>
      </dsp:nvSpPr>
      <dsp:spPr>
        <a:xfrm>
          <a:off x="3013067" y="1370873"/>
          <a:ext cx="2699037" cy="1806974"/>
        </a:xfrm>
        <a:custGeom>
          <a:avLst/>
          <a:gdLst/>
          <a:ahLst/>
          <a:cxnLst/>
          <a:rect l="0" t="0" r="0" b="0"/>
          <a:pathLst>
            <a:path>
              <a:moveTo>
                <a:pt x="2699037" y="0"/>
              </a:moveTo>
              <a:lnTo>
                <a:pt x="2699037" y="1618447"/>
              </a:lnTo>
              <a:lnTo>
                <a:pt x="0" y="1618447"/>
              </a:lnTo>
              <a:lnTo>
                <a:pt x="0" y="1806974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B11F89-4BA2-483A-A198-0341AB58ADBD}">
      <dsp:nvSpPr>
        <dsp:cNvPr id="0" name=""/>
        <dsp:cNvSpPr/>
      </dsp:nvSpPr>
      <dsp:spPr>
        <a:xfrm>
          <a:off x="4492391" y="239"/>
          <a:ext cx="2439427" cy="1370633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/>
        </a:p>
      </dsp:txBody>
      <dsp:txXfrm>
        <a:off x="4492391" y="239"/>
        <a:ext cx="2439427" cy="1370633"/>
      </dsp:txXfrm>
    </dsp:sp>
    <dsp:sp modelId="{13762710-3E32-4766-8400-4E0D8A6D7B65}">
      <dsp:nvSpPr>
        <dsp:cNvPr id="0" name=""/>
        <dsp:cNvSpPr/>
      </dsp:nvSpPr>
      <dsp:spPr>
        <a:xfrm>
          <a:off x="459339" y="3177847"/>
          <a:ext cx="5107456" cy="2768702"/>
        </a:xfrm>
        <a:prstGeom prst="rect">
          <a:avLst/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/>
        </a:p>
      </dsp:txBody>
      <dsp:txXfrm>
        <a:off x="459339" y="3177847"/>
        <a:ext cx="5107456" cy="2768702"/>
      </dsp:txXfrm>
    </dsp:sp>
    <dsp:sp modelId="{27388BEA-A25F-49DC-A614-BB4EADA774BA}">
      <dsp:nvSpPr>
        <dsp:cNvPr id="0" name=""/>
        <dsp:cNvSpPr/>
      </dsp:nvSpPr>
      <dsp:spPr>
        <a:xfrm>
          <a:off x="6001000" y="3177557"/>
          <a:ext cx="4998578" cy="2841276"/>
        </a:xfrm>
        <a:prstGeom prst="rect">
          <a:avLst/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/>
        </a:p>
      </dsp:txBody>
      <dsp:txXfrm>
        <a:off x="6001000" y="3177557"/>
        <a:ext cx="4998578" cy="2841276"/>
      </dsp:txXfrm>
    </dsp:sp>
    <dsp:sp modelId="{59EAD0A3-3279-4011-B8B5-2C4A2ED2444F}">
      <dsp:nvSpPr>
        <dsp:cNvPr id="0" name=""/>
        <dsp:cNvSpPr/>
      </dsp:nvSpPr>
      <dsp:spPr>
        <a:xfrm>
          <a:off x="2947855" y="1677552"/>
          <a:ext cx="2543709" cy="1052337"/>
        </a:xfrm>
        <a:prstGeom prst="rect">
          <a:avLst/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/>
        </a:p>
      </dsp:txBody>
      <dsp:txXfrm>
        <a:off x="2947855" y="1677552"/>
        <a:ext cx="2543709" cy="10523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4/17/2019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4/17/2019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4/17/2019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4/17/2019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PCleaner</a:t>
            </a:r>
            <a:endParaRPr lang="en-US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Swimming Pools Daily Care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994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1143000" y="1630679"/>
            <a:ext cx="9872871" cy="4752703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Application</a:t>
            </a:r>
          </a:p>
          <a:p>
            <a:r>
              <a:rPr lang="en-US" dirty="0" smtClean="0"/>
              <a:t>Conceptual Design</a:t>
            </a:r>
          </a:p>
          <a:p>
            <a:r>
              <a:rPr lang="en-US" dirty="0" smtClean="0"/>
              <a:t>Mechanical</a:t>
            </a:r>
          </a:p>
          <a:p>
            <a:r>
              <a:rPr lang="en-US" dirty="0" smtClean="0"/>
              <a:t>Actuator Sizing</a:t>
            </a:r>
          </a:p>
          <a:p>
            <a:r>
              <a:rPr lang="en-US" dirty="0" smtClean="0"/>
              <a:t>Stability</a:t>
            </a:r>
          </a:p>
          <a:p>
            <a:r>
              <a:rPr lang="en-US" dirty="0" smtClean="0"/>
              <a:t>Electrical System</a:t>
            </a:r>
          </a:p>
          <a:p>
            <a:r>
              <a:rPr lang="en-US" dirty="0"/>
              <a:t>Safety</a:t>
            </a:r>
          </a:p>
          <a:p>
            <a:r>
              <a:rPr lang="en-US" dirty="0" smtClean="0"/>
              <a:t>Software Architecture</a:t>
            </a:r>
          </a:p>
          <a:p>
            <a:r>
              <a:rPr lang="en-US" dirty="0" smtClean="0"/>
              <a:t>Manufacturing</a:t>
            </a:r>
          </a:p>
          <a:p>
            <a:r>
              <a:rPr lang="en-US" dirty="0" smtClean="0"/>
              <a:t>Estimated Budget</a:t>
            </a:r>
          </a:p>
          <a:p>
            <a:r>
              <a:rPr lang="en-US" dirty="0" smtClean="0"/>
              <a:t>Timeline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494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Application &amp; User Interface</a:t>
            </a:r>
            <a:endParaRPr lang="en-US" sz="36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Swimming pool daily care mobile robot. Removes insects and dry leaves floating on water surface.</a:t>
            </a:r>
            <a:endParaRPr lang="en-US" dirty="0"/>
          </a:p>
          <a:p>
            <a:r>
              <a:rPr lang="en-US" dirty="0" smtClean="0"/>
              <a:t>User connects a regular a socket to an AC power plug, place it in water, and presses the start button.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143557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Conceptual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Minimizing </a:t>
            </a:r>
            <a:r>
              <a:rPr lang="en-US" b="1" dirty="0" smtClean="0"/>
              <a:t>Drag Force</a:t>
            </a:r>
            <a:r>
              <a:rPr lang="en-US" dirty="0" smtClean="0"/>
              <a:t> </a:t>
            </a:r>
          </a:p>
          <a:p>
            <a:r>
              <a:rPr lang="en-US" dirty="0" smtClean="0"/>
              <a:t>Collecting rubbish by </a:t>
            </a:r>
            <a:r>
              <a:rPr lang="en-US" b="1" dirty="0" smtClean="0"/>
              <a:t>Water Suction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79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Mechanical Design</a:t>
            </a:r>
            <a:br>
              <a:rPr lang="en-US" dirty="0" smtClean="0"/>
            </a:br>
            <a:r>
              <a:rPr lang="en-US" sz="2400" dirty="0" smtClean="0"/>
              <a:t>CAD Model </a:t>
            </a:r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1" t="9541" r="40424" b="14263"/>
          <a:stretch/>
        </p:blipFill>
        <p:spPr>
          <a:xfrm>
            <a:off x="6993675" y="1599898"/>
            <a:ext cx="4617772" cy="4911635"/>
          </a:xfrm>
        </p:spPr>
      </p:pic>
      <p:pic>
        <p:nvPicPr>
          <p:cNvPr id="13" name="Content Placeholder 12"/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42" t="7951" r="32997" b="13050"/>
          <a:stretch/>
        </p:blipFill>
        <p:spPr>
          <a:xfrm>
            <a:off x="1220411" y="1842574"/>
            <a:ext cx="4944667" cy="4668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7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Mechanical Design</a:t>
            </a:r>
            <a:br>
              <a:rPr lang="en-US" dirty="0" smtClean="0"/>
            </a:br>
            <a:r>
              <a:rPr lang="en-US" sz="2400" dirty="0" smtClean="0"/>
              <a:t>Filter and thrusters fixation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400" dirty="0" smtClean="0"/>
              <a:t> </a:t>
            </a:r>
            <a:endParaRPr lang="en-US" dirty="0"/>
          </a:p>
        </p:txBody>
      </p:sp>
      <p:pic>
        <p:nvPicPr>
          <p:cNvPr id="13" name="Content Placeholder 1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67450" y="1559148"/>
            <a:ext cx="5412360" cy="4475316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33682" y="2168165"/>
            <a:ext cx="5563881" cy="331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3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Mechanical Design</a:t>
            </a:r>
            <a:br>
              <a:rPr lang="en-US" dirty="0" smtClean="0"/>
            </a:br>
            <a:r>
              <a:rPr lang="en-US" sz="2400" dirty="0"/>
              <a:t> </a:t>
            </a:r>
            <a:r>
              <a:rPr lang="en-US" sz="2400" dirty="0" smtClean="0"/>
              <a:t>Top and bottom fixations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4749" y="2057400"/>
            <a:ext cx="5860301" cy="3617536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6787" y="2086767"/>
            <a:ext cx="5376718" cy="358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44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Mechanical Design</a:t>
            </a:r>
            <a:br>
              <a:rPr lang="en-US" dirty="0" smtClean="0"/>
            </a:br>
            <a:r>
              <a:rPr lang="en-US" sz="2400" dirty="0"/>
              <a:t> </a:t>
            </a:r>
            <a:r>
              <a:rPr lang="en-US" sz="2400" dirty="0" smtClean="0"/>
              <a:t>Over all dimension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18414" y="2123459"/>
            <a:ext cx="5748254" cy="3586827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090671" y="2123459"/>
            <a:ext cx="3707957" cy="358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5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Mechanical Design</a:t>
            </a:r>
            <a:br>
              <a:rPr lang="en-US" dirty="0" smtClean="0"/>
            </a:br>
            <a:r>
              <a:rPr lang="en-US" sz="2400" dirty="0"/>
              <a:t> </a:t>
            </a:r>
            <a:r>
              <a:rPr lang="en-US" sz="2400" dirty="0" smtClean="0"/>
              <a:t>Stress analysis on chassis and bolts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10448" y="2057399"/>
            <a:ext cx="6047105" cy="3698613"/>
          </a:xfrm>
          <a:prstGeom prst="rect">
            <a:avLst/>
          </a:prstGeom>
        </p:spPr>
      </p:pic>
      <p:pic>
        <p:nvPicPr>
          <p:cNvPr id="6" name="Content Placeholder 5" descr="C:\Users\Dell\Downloads\55798175_386407682182243_8496069572099571712_n.png"/>
          <p:cNvPicPr>
            <a:picLocks noGrp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647" y="1439103"/>
            <a:ext cx="4632794" cy="43433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3565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Actuator Sizing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684291"/>
              </p:ext>
            </p:extLst>
          </p:nvPr>
        </p:nvGraphicFramePr>
        <p:xfrm>
          <a:off x="517071" y="1233351"/>
          <a:ext cx="11127377" cy="50400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076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689" y="391996"/>
            <a:ext cx="9875520" cy="1181100"/>
          </a:xfrm>
        </p:spPr>
        <p:txBody>
          <a:bodyPr/>
          <a:lstStyle/>
          <a:p>
            <a:r>
              <a:rPr lang="en-US" dirty="0" smtClean="0"/>
              <a:t>Actuator Sizing</a:t>
            </a:r>
            <a:br>
              <a:rPr lang="en-US" dirty="0" smtClean="0"/>
            </a:br>
            <a:r>
              <a:rPr lang="en-US" sz="2400" dirty="0"/>
              <a:t> </a:t>
            </a:r>
            <a:r>
              <a:rPr lang="en-US" sz="2400" dirty="0" smtClean="0"/>
              <a:t>MAT Lab Model</a:t>
            </a:r>
            <a:endParaRPr lang="en-US" dirty="0"/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8402408"/>
              </p:ext>
            </p:extLst>
          </p:nvPr>
        </p:nvGraphicFramePr>
        <p:xfrm>
          <a:off x="416689" y="439838"/>
          <a:ext cx="11424211" cy="6018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895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achieve </a:t>
            </a:r>
            <a:r>
              <a:rPr lang="en-US" dirty="0" smtClean="0">
                <a:solidFill>
                  <a:srgbClr val="FF0000"/>
                </a:solidFill>
              </a:rPr>
              <a:t>equilibrium </a:t>
            </a:r>
            <a:r>
              <a:rPr lang="en-US" dirty="0" smtClean="0"/>
              <a:t>while robot is in </a:t>
            </a:r>
            <a:r>
              <a:rPr lang="en-US" dirty="0" smtClean="0">
                <a:solidFill>
                  <a:srgbClr val="FF0000"/>
                </a:solidFill>
              </a:rPr>
              <a:t>positive buoyancy</a:t>
            </a:r>
            <a:r>
              <a:rPr lang="en-US" dirty="0" smtClean="0"/>
              <a:t>, it has been found that the maximum mass robot can tolerate without sinking is </a:t>
            </a:r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baseline="-25000" dirty="0">
                <a:solidFill>
                  <a:srgbClr val="FF0000"/>
                </a:solidFill>
              </a:rPr>
              <a:t>max </a:t>
            </a:r>
            <a:r>
              <a:rPr lang="en-US" dirty="0">
                <a:solidFill>
                  <a:srgbClr val="FF0000"/>
                </a:solidFill>
              </a:rPr>
              <a:t>= 3.54 </a:t>
            </a:r>
            <a:r>
              <a:rPr lang="en-US" dirty="0" smtClean="0">
                <a:solidFill>
                  <a:srgbClr val="FF0000"/>
                </a:solidFill>
              </a:rPr>
              <a:t>kg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 avoid </a:t>
            </a:r>
            <a:r>
              <a:rPr lang="en-US" dirty="0" smtClean="0">
                <a:solidFill>
                  <a:srgbClr val="FF0000"/>
                </a:solidFill>
              </a:rPr>
              <a:t>robot toppling </a:t>
            </a:r>
            <a:r>
              <a:rPr lang="en-US" dirty="0" smtClean="0"/>
              <a:t>due to </a:t>
            </a:r>
            <a:r>
              <a:rPr lang="en-US" dirty="0" smtClean="0">
                <a:solidFill>
                  <a:srgbClr val="FF0000"/>
                </a:solidFill>
              </a:rPr>
              <a:t>misalignment of  center of gravity and center of buoyancy</a:t>
            </a:r>
            <a:r>
              <a:rPr lang="en-US" dirty="0" smtClean="0"/>
              <a:t>, a wide volume is left at the front of ship to allow addition of variable weight.</a:t>
            </a:r>
          </a:p>
          <a:p>
            <a:pPr marL="4572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26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Electrical System</a:t>
            </a:r>
            <a:br>
              <a:rPr lang="en-US" dirty="0" smtClean="0"/>
            </a:br>
            <a:r>
              <a:rPr lang="en-US" sz="2400" dirty="0" smtClean="0"/>
              <a:t> SID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03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 smtClean="0"/>
              <a:t>Since </a:t>
            </a:r>
            <a:r>
              <a:rPr lang="en-US" dirty="0" smtClean="0">
                <a:solidFill>
                  <a:srgbClr val="FF0000"/>
                </a:solidFill>
              </a:rPr>
              <a:t>AC </a:t>
            </a:r>
            <a:r>
              <a:rPr lang="en-US" dirty="0" smtClean="0"/>
              <a:t>is used to power this robot, high level of safety is considered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Ready sealed products </a:t>
            </a:r>
            <a:r>
              <a:rPr lang="en-US" dirty="0" smtClean="0"/>
              <a:t>are only present in water.</a:t>
            </a:r>
          </a:p>
          <a:p>
            <a:r>
              <a:rPr lang="en-US" dirty="0" smtClean="0"/>
              <a:t>High quality isolated wires.</a:t>
            </a:r>
          </a:p>
          <a:p>
            <a:r>
              <a:rPr lang="en-US" dirty="0" smtClean="0"/>
              <a:t>All Electronic components are separated in </a:t>
            </a:r>
            <a:r>
              <a:rPr lang="en-US" dirty="0" smtClean="0">
                <a:solidFill>
                  <a:srgbClr val="FF0000"/>
                </a:solidFill>
              </a:rPr>
              <a:t>a water proof box out of water</a:t>
            </a:r>
            <a:r>
              <a:rPr lang="en-US" dirty="0" smtClean="0"/>
              <a:t>, that also allowed </a:t>
            </a:r>
            <a:r>
              <a:rPr lang="en-US" dirty="0" smtClean="0">
                <a:solidFill>
                  <a:srgbClr val="FF0000"/>
                </a:solidFill>
              </a:rPr>
              <a:t>easy heat dissipation </a:t>
            </a:r>
            <a:r>
              <a:rPr lang="en-US" dirty="0" smtClean="0"/>
              <a:t>due to great stepping down of voltage.</a:t>
            </a:r>
          </a:p>
          <a:p>
            <a:r>
              <a:rPr lang="en-US" dirty="0" smtClean="0"/>
              <a:t>A </a:t>
            </a:r>
            <a:r>
              <a:rPr lang="en-US" dirty="0" smtClean="0">
                <a:solidFill>
                  <a:srgbClr val="FF0000"/>
                </a:solidFill>
              </a:rPr>
              <a:t>water sensor </a:t>
            </a:r>
            <a:r>
              <a:rPr lang="en-US" dirty="0" smtClean="0"/>
              <a:t>is used to detect if there’s any </a:t>
            </a:r>
            <a:r>
              <a:rPr lang="en-US" dirty="0" smtClean="0">
                <a:solidFill>
                  <a:srgbClr val="FF0000"/>
                </a:solidFill>
              </a:rPr>
              <a:t>leakage</a:t>
            </a:r>
            <a:r>
              <a:rPr lang="en-US" dirty="0" smtClean="0"/>
              <a:t> in the electronic components box.</a:t>
            </a:r>
          </a:p>
          <a:p>
            <a:pPr marL="45720" indent="0">
              <a:buNone/>
            </a:pPr>
            <a:r>
              <a:rPr lang="en-US" dirty="0" smtClean="0"/>
              <a:t>Also another </a:t>
            </a:r>
            <a:r>
              <a:rPr lang="en-US" dirty="0" smtClean="0">
                <a:solidFill>
                  <a:srgbClr val="FF0000"/>
                </a:solidFill>
              </a:rPr>
              <a:t>water sensor </a:t>
            </a:r>
            <a:r>
              <a:rPr lang="en-US" dirty="0" smtClean="0"/>
              <a:t>is used to assure that even if the start button is pressed but the robot isn’t placed in a suitable level of water, it won’t operate.</a:t>
            </a:r>
          </a:p>
        </p:txBody>
      </p:sp>
    </p:spTree>
    <p:extLst>
      <p:ext uri="{BB962C8B-B14F-4D97-AF65-F5344CB8AC3E}">
        <p14:creationId xmlns:p14="http://schemas.microsoft.com/office/powerpoint/2010/main" val="1041270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Architecture</a:t>
            </a:r>
            <a:br>
              <a:rPr lang="en-US" dirty="0" smtClean="0"/>
            </a:br>
            <a:r>
              <a:rPr lang="en-US" sz="2400" dirty="0" smtClean="0"/>
              <a:t>Flow 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7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Manufacturing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79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054" y="2299063"/>
            <a:ext cx="4213860" cy="666204"/>
          </a:xfrm>
        </p:spPr>
        <p:txBody>
          <a:bodyPr/>
          <a:lstStyle/>
          <a:p>
            <a:r>
              <a:rPr lang="en-US" dirty="0" smtClean="0"/>
              <a:t>Estimated Budget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5786658"/>
              </p:ext>
            </p:extLst>
          </p:nvPr>
        </p:nvGraphicFramePr>
        <p:xfrm>
          <a:off x="4241072" y="348622"/>
          <a:ext cx="7593875" cy="6217915"/>
        </p:xfrm>
        <a:graphic>
          <a:graphicData uri="http://schemas.openxmlformats.org/drawingml/2006/table">
            <a:tbl>
              <a:tblPr/>
              <a:tblGrid>
                <a:gridCol w="1832010">
                  <a:extLst>
                    <a:ext uri="{9D8B030D-6E8A-4147-A177-3AD203B41FA5}">
                      <a16:colId xmlns:a16="http://schemas.microsoft.com/office/drawing/2014/main" val="1547983596"/>
                    </a:ext>
                  </a:extLst>
                </a:gridCol>
                <a:gridCol w="1392652">
                  <a:extLst>
                    <a:ext uri="{9D8B030D-6E8A-4147-A177-3AD203B41FA5}">
                      <a16:colId xmlns:a16="http://schemas.microsoft.com/office/drawing/2014/main" val="1939384397"/>
                    </a:ext>
                  </a:extLst>
                </a:gridCol>
                <a:gridCol w="1059957">
                  <a:extLst>
                    <a:ext uri="{9D8B030D-6E8A-4147-A177-3AD203B41FA5}">
                      <a16:colId xmlns:a16="http://schemas.microsoft.com/office/drawing/2014/main" val="4150414566"/>
                    </a:ext>
                  </a:extLst>
                </a:gridCol>
                <a:gridCol w="1952276">
                  <a:extLst>
                    <a:ext uri="{9D8B030D-6E8A-4147-A177-3AD203B41FA5}">
                      <a16:colId xmlns:a16="http://schemas.microsoft.com/office/drawing/2014/main" val="760019652"/>
                    </a:ext>
                  </a:extLst>
                </a:gridCol>
                <a:gridCol w="1356980">
                  <a:extLst>
                    <a:ext uri="{9D8B030D-6E8A-4147-A177-3AD203B41FA5}">
                      <a16:colId xmlns:a16="http://schemas.microsoft.com/office/drawing/2014/main" val="3167787727"/>
                    </a:ext>
                  </a:extLst>
                </a:gridCol>
              </a:tblGrid>
              <a:tr h="618242">
                <a:tc>
                  <a:txBody>
                    <a:bodyPr/>
                    <a:lstStyle/>
                    <a:p>
                      <a:pPr rtl="0" fontAlgn="b"/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</a:rPr>
                        <a:t>Parts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</a:rPr>
                        <a:t>Quantity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</a:rPr>
                        <a:t>Material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</a:rPr>
                        <a:t>Manufacturing Operation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2000" b="1" dirty="0">
                          <a:solidFill>
                            <a:srgbClr val="FFFFFF"/>
                          </a:solidFill>
                          <a:effectLst/>
                        </a:rPr>
                        <a:t>Cost (L.E)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532302"/>
                  </a:ext>
                </a:extLst>
              </a:tr>
              <a:tr h="498192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Upper Thruster holder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2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PLA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3D-Prinitng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</a:rPr>
                        <a:t>34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942789"/>
                  </a:ext>
                </a:extLst>
              </a:tr>
              <a:tr h="498192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Lower Thruster holder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2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PLA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3D-Prinitng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25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798861"/>
                  </a:ext>
                </a:extLst>
              </a:tr>
              <a:tr h="258093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Base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1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PLA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3D-Prinitng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417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736364"/>
                  </a:ext>
                </a:extLst>
              </a:tr>
              <a:tr h="258093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Chassis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1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PLA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3D-Prinitng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290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693075"/>
                  </a:ext>
                </a:extLst>
              </a:tr>
              <a:tr h="258093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Thrusters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2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900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919261"/>
                  </a:ext>
                </a:extLst>
              </a:tr>
              <a:tr h="258093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Filter pump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1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250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400403"/>
                  </a:ext>
                </a:extLst>
              </a:tr>
              <a:tr h="624629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Water Detection Sensor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</a:rPr>
                        <a:t>2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156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984235"/>
                  </a:ext>
                </a:extLst>
              </a:tr>
              <a:tr h="423719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SSR - 25A (Relay)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1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65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768947"/>
                  </a:ext>
                </a:extLst>
              </a:tr>
              <a:tr h="423719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Start UP Button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1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3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191726"/>
                  </a:ext>
                </a:extLst>
              </a:tr>
              <a:tr h="258093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MPU 6050 (IMU) 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1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</a:rPr>
                        <a:t>70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674345"/>
                  </a:ext>
                </a:extLst>
              </a:tr>
              <a:tr h="258093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USB to Serial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1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40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623918"/>
                  </a:ext>
                </a:extLst>
              </a:tr>
              <a:tr h="258093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Sealed wires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12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192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991952"/>
                  </a:ext>
                </a:extLst>
              </a:tr>
              <a:tr h="258093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PCB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1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60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35013"/>
                  </a:ext>
                </a:extLst>
              </a:tr>
              <a:tr h="258093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Bolts M3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18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18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705732"/>
                  </a:ext>
                </a:extLst>
              </a:tr>
              <a:tr h="258093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Nuts M3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42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-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42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382918"/>
                  </a:ext>
                </a:extLst>
              </a:tr>
              <a:tr h="258093">
                <a:tc>
                  <a:txBody>
                    <a:bodyPr/>
                    <a:lstStyle/>
                    <a:p>
                      <a:pPr rtl="0" fontAlgn="b"/>
                      <a:r>
                        <a:rPr lang="en-US" sz="1600" dirty="0">
                          <a:solidFill>
                            <a:srgbClr val="FFFFFF"/>
                          </a:solidFill>
                          <a:effectLst/>
                        </a:rPr>
                        <a:t>filter breathing tube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412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</a:rPr>
                        <a:t>1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4D7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1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2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459202"/>
                  </a:ext>
                </a:extLst>
              </a:tr>
              <a:tr h="222812">
                <a:tc>
                  <a:txBody>
                    <a:bodyPr/>
                    <a:lstStyle/>
                    <a:p>
                      <a:pPr rtl="0" fontAlgn="b"/>
                      <a:endParaRPr lang="en-US" sz="1100" dirty="0">
                        <a:effectLst/>
                      </a:endParaRP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100">
                        <a:effectLst/>
                      </a:endParaRP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</a:rPr>
                        <a:t>Total Budget = 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</a:rPr>
                        <a:t>1990</a:t>
                      </a:r>
                    </a:p>
                  </a:txBody>
                  <a:tcPr marL="8323" marR="8323" marT="9137" marB="9137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44813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Placeholder 4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375557" y="3122025"/>
                <a:ext cx="2672443" cy="413655"/>
              </a:xfrm>
            </p:spPr>
            <p:txBody>
              <a:bodyPr/>
              <a:lstStyle/>
              <a:p>
                <a:r>
                  <a:rPr lang="en-US" dirty="0" smtClean="0"/>
                  <a:t>Total Budget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≅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2000 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L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b="0" dirty="0" smtClean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Tex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375557" y="3122025"/>
                <a:ext cx="2672443" cy="413655"/>
              </a:xfrm>
              <a:blipFill>
                <a:blip r:embed="rId2"/>
                <a:stretch>
                  <a:fillRect l="-1598" t="-4412" b="-4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348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1161" y="0"/>
            <a:ext cx="9875520" cy="1356360"/>
          </a:xfrm>
        </p:spPr>
        <p:txBody>
          <a:bodyPr/>
          <a:lstStyle/>
          <a:p>
            <a:r>
              <a:rPr lang="en-US" dirty="0" smtClean="0"/>
              <a:t>Timeline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0429197"/>
              </p:ext>
            </p:extLst>
          </p:nvPr>
        </p:nvGraphicFramePr>
        <p:xfrm>
          <a:off x="1151707" y="914403"/>
          <a:ext cx="9934308" cy="5512527"/>
        </p:xfrm>
        <a:graphic>
          <a:graphicData uri="http://schemas.openxmlformats.org/drawingml/2006/table">
            <a:tbl>
              <a:tblPr/>
              <a:tblGrid>
                <a:gridCol w="1405816">
                  <a:extLst>
                    <a:ext uri="{9D8B030D-6E8A-4147-A177-3AD203B41FA5}">
                      <a16:colId xmlns:a16="http://schemas.microsoft.com/office/drawing/2014/main" val="4019473200"/>
                    </a:ext>
                  </a:extLst>
                </a:gridCol>
                <a:gridCol w="533391">
                  <a:extLst>
                    <a:ext uri="{9D8B030D-6E8A-4147-A177-3AD203B41FA5}">
                      <a16:colId xmlns:a16="http://schemas.microsoft.com/office/drawing/2014/main" val="1649458841"/>
                    </a:ext>
                  </a:extLst>
                </a:gridCol>
                <a:gridCol w="514886">
                  <a:extLst>
                    <a:ext uri="{9D8B030D-6E8A-4147-A177-3AD203B41FA5}">
                      <a16:colId xmlns:a16="http://schemas.microsoft.com/office/drawing/2014/main" val="4014542685"/>
                    </a:ext>
                  </a:extLst>
                </a:gridCol>
                <a:gridCol w="524299">
                  <a:extLst>
                    <a:ext uri="{9D8B030D-6E8A-4147-A177-3AD203B41FA5}">
                      <a16:colId xmlns:a16="http://schemas.microsoft.com/office/drawing/2014/main" val="1571402059"/>
                    </a:ext>
                  </a:extLst>
                </a:gridCol>
                <a:gridCol w="632356">
                  <a:extLst>
                    <a:ext uri="{9D8B030D-6E8A-4147-A177-3AD203B41FA5}">
                      <a16:colId xmlns:a16="http://schemas.microsoft.com/office/drawing/2014/main" val="2758232116"/>
                    </a:ext>
                  </a:extLst>
                </a:gridCol>
                <a:gridCol w="632356">
                  <a:extLst>
                    <a:ext uri="{9D8B030D-6E8A-4147-A177-3AD203B41FA5}">
                      <a16:colId xmlns:a16="http://schemas.microsoft.com/office/drawing/2014/main" val="904799913"/>
                    </a:ext>
                  </a:extLst>
                </a:gridCol>
                <a:gridCol w="632356">
                  <a:extLst>
                    <a:ext uri="{9D8B030D-6E8A-4147-A177-3AD203B41FA5}">
                      <a16:colId xmlns:a16="http://schemas.microsoft.com/office/drawing/2014/main" val="2310247051"/>
                    </a:ext>
                  </a:extLst>
                </a:gridCol>
                <a:gridCol w="632356">
                  <a:extLst>
                    <a:ext uri="{9D8B030D-6E8A-4147-A177-3AD203B41FA5}">
                      <a16:colId xmlns:a16="http://schemas.microsoft.com/office/drawing/2014/main" val="2511132675"/>
                    </a:ext>
                  </a:extLst>
                </a:gridCol>
                <a:gridCol w="632356">
                  <a:extLst>
                    <a:ext uri="{9D8B030D-6E8A-4147-A177-3AD203B41FA5}">
                      <a16:colId xmlns:a16="http://schemas.microsoft.com/office/drawing/2014/main" val="1777773086"/>
                    </a:ext>
                  </a:extLst>
                </a:gridCol>
                <a:gridCol w="632356">
                  <a:extLst>
                    <a:ext uri="{9D8B030D-6E8A-4147-A177-3AD203B41FA5}">
                      <a16:colId xmlns:a16="http://schemas.microsoft.com/office/drawing/2014/main" val="2852365180"/>
                    </a:ext>
                  </a:extLst>
                </a:gridCol>
                <a:gridCol w="632356">
                  <a:extLst>
                    <a:ext uri="{9D8B030D-6E8A-4147-A177-3AD203B41FA5}">
                      <a16:colId xmlns:a16="http://schemas.microsoft.com/office/drawing/2014/main" val="2592251835"/>
                    </a:ext>
                  </a:extLst>
                </a:gridCol>
                <a:gridCol w="632356">
                  <a:extLst>
                    <a:ext uri="{9D8B030D-6E8A-4147-A177-3AD203B41FA5}">
                      <a16:colId xmlns:a16="http://schemas.microsoft.com/office/drawing/2014/main" val="904921674"/>
                    </a:ext>
                  </a:extLst>
                </a:gridCol>
                <a:gridCol w="632356">
                  <a:extLst>
                    <a:ext uri="{9D8B030D-6E8A-4147-A177-3AD203B41FA5}">
                      <a16:colId xmlns:a16="http://schemas.microsoft.com/office/drawing/2014/main" val="3871098979"/>
                    </a:ext>
                  </a:extLst>
                </a:gridCol>
                <a:gridCol w="632356">
                  <a:extLst>
                    <a:ext uri="{9D8B030D-6E8A-4147-A177-3AD203B41FA5}">
                      <a16:colId xmlns:a16="http://schemas.microsoft.com/office/drawing/2014/main" val="3497941078"/>
                    </a:ext>
                  </a:extLst>
                </a:gridCol>
                <a:gridCol w="632356">
                  <a:extLst>
                    <a:ext uri="{9D8B030D-6E8A-4147-A177-3AD203B41FA5}">
                      <a16:colId xmlns:a16="http://schemas.microsoft.com/office/drawing/2014/main" val="3105286776"/>
                    </a:ext>
                  </a:extLst>
                </a:gridCol>
              </a:tblGrid>
              <a:tr h="57866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Tasks / Weeks</a:t>
                      </a:r>
                    </a:p>
                  </a:txBody>
                  <a:tcPr marL="16735" marR="16735" marT="11156" marB="11156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E1C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#1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#2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#3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#4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#5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#6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#7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#8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#9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#10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#11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#12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#13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b="1">
                          <a:solidFill>
                            <a:srgbClr val="F3F3F3"/>
                          </a:solidFill>
                          <a:effectLst/>
                        </a:rPr>
                        <a:t>Week #14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2281169"/>
                  </a:ext>
                </a:extLst>
              </a:tr>
              <a:tr h="5786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>
                          <a:solidFill>
                            <a:srgbClr val="FFFFFF"/>
                          </a:solidFill>
                          <a:effectLst/>
                        </a:rPr>
                        <a:t>Design Thinking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3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3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5818E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657988"/>
                  </a:ext>
                </a:extLst>
              </a:tr>
              <a:tr h="5786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>
                          <a:solidFill>
                            <a:srgbClr val="FFFFFF"/>
                          </a:solidFill>
                          <a:effectLst/>
                        </a:rPr>
                        <a:t>Product Design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3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3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040645"/>
                  </a:ext>
                </a:extLst>
              </a:tr>
              <a:tr h="5786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 dirty="0">
                          <a:solidFill>
                            <a:srgbClr val="FFFFFF"/>
                          </a:solidFill>
                          <a:effectLst/>
                        </a:rPr>
                        <a:t>Mechanical Design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A6B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1DC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964866"/>
                  </a:ext>
                </a:extLst>
              </a:tr>
              <a:tr h="5786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>
                          <a:solidFill>
                            <a:srgbClr val="FFFFFF"/>
                          </a:solidFill>
                          <a:effectLst/>
                        </a:rPr>
                        <a:t>Stress Analysis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3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777659"/>
                  </a:ext>
                </a:extLst>
              </a:tr>
              <a:tr h="5786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>
                          <a:solidFill>
                            <a:srgbClr val="FFFFFF"/>
                          </a:solidFill>
                          <a:effectLst/>
                        </a:rPr>
                        <a:t>Manufacturing Plan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3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86613"/>
                  </a:ext>
                </a:extLst>
              </a:tr>
              <a:tr h="5786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>
                          <a:solidFill>
                            <a:srgbClr val="FFFFFF"/>
                          </a:solidFill>
                          <a:effectLst/>
                        </a:rPr>
                        <a:t>Manufacturing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3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3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74EA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862116"/>
                  </a:ext>
                </a:extLst>
              </a:tr>
              <a:tr h="5786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>
                          <a:solidFill>
                            <a:srgbClr val="FFFFFF"/>
                          </a:solidFill>
                          <a:effectLst/>
                        </a:rPr>
                        <a:t>Hardware System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3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7E6B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209311"/>
                  </a:ext>
                </a:extLst>
              </a:tr>
              <a:tr h="5786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>
                          <a:solidFill>
                            <a:srgbClr val="FFFFFF"/>
                          </a:solidFill>
                          <a:effectLst/>
                        </a:rPr>
                        <a:t>Full System Integration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1B4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3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1B4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758786"/>
                  </a:ext>
                </a:extLst>
              </a:tr>
              <a:tr h="30456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300">
                          <a:solidFill>
                            <a:srgbClr val="FFFFFF"/>
                          </a:solidFill>
                          <a:effectLst/>
                        </a:rPr>
                        <a:t>Paper Work</a:t>
                      </a: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61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"/>
                      <a:endParaRPr lang="en-US" sz="1300"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n-US" sz="130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16735" marR="16735" marT="11156" marB="11156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76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2487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1671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sis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1134</TotalTime>
  <Words>535</Words>
  <Application>Microsoft Office PowerPoint</Application>
  <PresentationFormat>Widescreen</PresentationFormat>
  <Paragraphs>161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Cambria Math</vt:lpstr>
      <vt:lpstr>Corbel</vt:lpstr>
      <vt:lpstr>Basis</vt:lpstr>
      <vt:lpstr>PCleaner</vt:lpstr>
      <vt:lpstr>Contents</vt:lpstr>
      <vt:lpstr>Application &amp; User Interface</vt:lpstr>
      <vt:lpstr>Conceptual Design</vt:lpstr>
      <vt:lpstr>Mechanical Design CAD Model </vt:lpstr>
      <vt:lpstr>Mechanical Design Filter and thrusters fixation  </vt:lpstr>
      <vt:lpstr>Mechanical Design  Top and bottom fixations </vt:lpstr>
      <vt:lpstr>Mechanical Design  Over all dimension</vt:lpstr>
      <vt:lpstr>Mechanical Design  Stress analysis on chassis and bolts</vt:lpstr>
      <vt:lpstr>Actuator Sizing</vt:lpstr>
      <vt:lpstr>Actuator Sizing  MAT Lab Model</vt:lpstr>
      <vt:lpstr>Stability</vt:lpstr>
      <vt:lpstr>Electrical System  SID</vt:lpstr>
      <vt:lpstr>Safety</vt:lpstr>
      <vt:lpstr>Software Architecture Flow chart</vt:lpstr>
      <vt:lpstr>Manufacturing</vt:lpstr>
      <vt:lpstr>Estimated Budget</vt:lpstr>
      <vt:lpstr>Timeline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PCleaner</dc:title>
  <dc:creator/>
  <cp:lastModifiedBy/>
  <cp:revision>31</cp:revision>
  <dcterms:created xsi:type="dcterms:W3CDTF">2019-04-13T17:12:32Z</dcterms:created>
  <dcterms:modified xsi:type="dcterms:W3CDTF">2019-04-17T17:47:55Z</dcterms:modified>
</cp:coreProperties>
</file>